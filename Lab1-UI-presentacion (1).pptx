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Buenas [tardes/días]. Hoy les vamos a presentar Lab1-UI, el laboratorio de interfaces gráficas del curso de Computación Móvil, y el trabajo de rediseño visual que le hicimos a la aplicación.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Lab1-UI es un laboratorio de Computación Móvil hecho completamente en Jetpack Compose, el toolkit moderno de Android para construir interfaces declarativas. La app tiene un flujo de tres pantallas que captura datos personales y de contacto, soporta español e inglés, y conserva el estado si el usuario rota la pantalla.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flujo funciona así: primero una pantalla de bienvenida con un botón para comenzar; luego datos personales, donde se piden nombres, sexo, fecha de nacimiento y escolaridad; y por último datos de contacto, con teléfono, correo, país y ciudad. La funcionalidad ya estaba completa antes de este rediseño.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problema era que, aunque todo funcionaba, la app usaba el morado por defecto que trae Android Studio al crear un proyecto nuevo. No había jerarquía visual entre los campos, no había ninguna señal de en qué paso del formulario estaba el usuario, y la tipografía cambiaba de forma inconsistente entre pantallas. Después del rediseño: paleta propia, campos agrupados por tema en tarjetas, un indicador de "paso X de Y", y una escala tipográfica y de espaciado consistente en toda la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el color no usamos tonos al azar: seguimos el sistema de Material Design 3, donde cada color tiene un rol definido. El primario es un teal que se usa en botones y la barra superior; el secundario es un ámbar para acentos y flechas; y el terciario es un índigo para detalles complementarios. Esto se definió tanto para modo claro como oscuro.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También ordenamos la tipografía en una escala clara -de títulos grandes hasta texto de apoyo pequeño- y creamos una escala de espaciado única, de 4 a 32dp, para que el aire entre los elementos sea siempre consistente en vez de números sueltos por todo el código.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Dos cambios estructurales importantes: agrupamos los campos relacionados en tarjetas -por ejemplo "datos básicos" y "datos adicionales"- para que el usuario entienda de un vistazo qué información va junta. Y agregamos un indicador de progreso tipo "paso 1 de 2" en las pantallas del formulario, para que el usuario siempre sepa dónde está y cuánto le falta.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resumen: la funcionalidad de la app no cambió en nada, pero ahora tiene una identidad visual coherente de principio a fin, basada en un sistema de diseño real y no en colores por defecto. Con esto terminamos la presentación, ¡muchas gracias!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251F"/>
        </a:solidFill>
      </p:bgPr>
    </p:bg>
    <p:spTree>
      <p:nvGrpSpPr>
        <p:cNvPr id="1" name=""/>
        <p:cNvGrpSpPr/>
        <p:nvPr/>
      </p:nvGrpSpPr>
      <p:grpSpPr>
        <a:xfrm>
          <a:off x="0" y="0"/>
          <a:ext cx="0" cy="0"/>
          <a:chOff x="0" y="0"/>
          <a:chExt cx="0" cy="0"/>
        </a:xfrm>
      </p:grpSpPr>
      <p:sp>
        <p:nvSpPr>
          <p:cNvPr id="2" name="Shape 0"/>
          <p:cNvSpPr/>
          <p:nvPr/>
        </p:nvSpPr>
        <p:spPr>
          <a:xfrm>
            <a:off x="5349240" y="731520"/>
            <a:ext cx="1463040" cy="1463040"/>
          </a:xfrm>
          <a:prstGeom prst="ellipse">
            <a:avLst/>
          </a:prstGeom>
          <a:solidFill>
            <a:srgbClr val="B2DFDB"/>
          </a:solidFill>
          <a:ln/>
        </p:spPr>
      </p:sp>
      <p:sp>
        <p:nvSpPr>
          <p:cNvPr id="3" name="Text 1"/>
          <p:cNvSpPr txBox="1"/>
          <p:nvPr/>
        </p:nvSpPr>
        <p:spPr>
          <a:xfrm>
            <a:off x="5349240" y="731520"/>
            <a:ext cx="1463040" cy="1463040"/>
          </a:xfrm>
          <a:prstGeom prst="rect">
            <a:avLst/>
          </a:prstGeom>
          <a:noFill/>
          <a:ln/>
        </p:spPr>
        <p:txBody>
          <a:bodyPr wrap="square" lIns="0" tIns="0" rIns="0" bIns="0" rtlCol="0" anchor="ctr"/>
          <a:lstStyle/>
          <a:p>
            <a:pPr algn="ctr" indent="0" marL="0">
              <a:buNone/>
            </a:pPr>
            <a:r>
              <a:rPr lang="en-US" sz="3400" b="1" dirty="0">
                <a:solidFill>
                  <a:srgbClr val="00251F"/>
                </a:solidFill>
                <a:latin typeface="Cambria" pitchFamily="34" charset="0"/>
                <a:ea typeface="Cambria" pitchFamily="34" charset="-122"/>
                <a:cs typeface="Cambria" pitchFamily="34" charset="-120"/>
              </a:rPr>
              <a:t>UI</a:t>
            </a:r>
            <a:endParaRPr lang="en-US" sz="3400" dirty="0"/>
          </a:p>
        </p:txBody>
      </p:sp>
      <p:sp>
        <p:nvSpPr>
          <p:cNvPr id="4" name="Text 2"/>
          <p:cNvSpPr txBox="1"/>
          <p:nvPr/>
        </p:nvSpPr>
        <p:spPr>
          <a:xfrm>
            <a:off x="914400" y="2514600"/>
            <a:ext cx="10332720" cy="1005840"/>
          </a:xfrm>
          <a:prstGeom prst="rect">
            <a:avLst/>
          </a:prstGeom>
          <a:noFill/>
          <a:ln/>
        </p:spPr>
        <p:txBody>
          <a:bodyPr wrap="square" lIns="0" tIns="0" rIns="0" bIns="0" rtlCol="0" anchor="ctr"/>
          <a:lstStyle/>
          <a:p>
            <a:pPr algn="ctr" indent="0" marL="0">
              <a:buNone/>
            </a:pPr>
            <a:r>
              <a:rPr lang="en-US" sz="4600" b="1" dirty="0">
                <a:solidFill>
                  <a:srgbClr val="FFFFFF"/>
                </a:solidFill>
                <a:latin typeface="Cambria" pitchFamily="34" charset="0"/>
                <a:ea typeface="Cambria" pitchFamily="34" charset="-122"/>
                <a:cs typeface="Cambria" pitchFamily="34" charset="-120"/>
              </a:rPr>
              <a:t>Lab1-UI</a:t>
            </a:r>
            <a:endParaRPr lang="en-US" sz="4600" dirty="0"/>
          </a:p>
        </p:txBody>
      </p:sp>
      <p:sp>
        <p:nvSpPr>
          <p:cNvPr id="5" name="Text 3"/>
          <p:cNvSpPr txBox="1"/>
          <p:nvPr/>
        </p:nvSpPr>
        <p:spPr>
          <a:xfrm>
            <a:off x="914400" y="3429000"/>
            <a:ext cx="10332720" cy="548640"/>
          </a:xfrm>
          <a:prstGeom prst="rect">
            <a:avLst/>
          </a:prstGeom>
          <a:noFill/>
          <a:ln/>
        </p:spPr>
        <p:txBody>
          <a:bodyPr wrap="square" lIns="0" tIns="0" rIns="0" bIns="0" rtlCol="0" anchor="ctr"/>
          <a:lstStyle/>
          <a:p>
            <a:pPr algn="ctr" indent="0" marL="0">
              <a:buNone/>
            </a:pPr>
            <a:r>
              <a:rPr lang="en-US" sz="2000" dirty="0">
                <a:solidFill>
                  <a:srgbClr val="FFE083"/>
                </a:solidFill>
                <a:latin typeface="Calibri" pitchFamily="34" charset="0"/>
                <a:ea typeface="Calibri" pitchFamily="34" charset="-122"/>
                <a:cs typeface="Calibri" pitchFamily="34" charset="-120"/>
              </a:rPr>
              <a:t>Rediseño visual de la interfaz gráfica</a:t>
            </a:r>
            <a:endParaRPr lang="en-US" sz="2000" dirty="0"/>
          </a:p>
        </p:txBody>
      </p:sp>
      <p:sp>
        <p:nvSpPr>
          <p:cNvPr id="6" name="Shape 4"/>
          <p:cNvSpPr/>
          <p:nvPr/>
        </p:nvSpPr>
        <p:spPr>
          <a:xfrm>
            <a:off x="5166360" y="4160520"/>
            <a:ext cx="1828800" cy="0"/>
          </a:xfrm>
          <a:prstGeom prst="line">
            <a:avLst/>
          </a:prstGeom>
          <a:noFill/>
          <a:ln w="19050">
            <a:solidFill>
              <a:srgbClr val="B2DFDB"/>
            </a:solidFill>
            <a:prstDash val="solid"/>
          </a:ln>
        </p:spPr>
      </p:sp>
      <p:sp>
        <p:nvSpPr>
          <p:cNvPr id="7" name="Text 5"/>
          <p:cNvSpPr txBox="1"/>
          <p:nvPr/>
        </p:nvSpPr>
        <p:spPr>
          <a:xfrm>
            <a:off x="914400" y="4343400"/>
            <a:ext cx="10332720" cy="457200"/>
          </a:xfrm>
          <a:prstGeom prst="rect">
            <a:avLst/>
          </a:prstGeom>
          <a:noFill/>
          <a:ln/>
        </p:spPr>
        <p:txBody>
          <a:bodyPr wrap="square" lIns="0" tIns="0" rIns="0" bIns="0" rtlCol="0" anchor="ctr"/>
          <a:lstStyle/>
          <a:p>
            <a:pPr algn="ctr" indent="0" marL="0">
              <a:buNone/>
            </a:pPr>
            <a:r>
              <a:rPr lang="en-US" sz="1400" dirty="0">
                <a:solidFill>
                  <a:srgbClr val="9FC7C1"/>
                </a:solidFill>
                <a:latin typeface="Calibri" pitchFamily="34" charset="0"/>
                <a:ea typeface="Calibri" pitchFamily="34" charset="-122"/>
                <a:cs typeface="Calibri" pitchFamily="34" charset="-120"/>
              </a:rPr>
              <a:t>Computación Móvil  ·  Grupo Gr05  ·  Jetpack Compose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AF9"/>
        </a:solidFill>
      </p:bgPr>
    </p:bg>
    <p:spTree>
      <p:nvGrpSpPr>
        <p:cNvPr id="1" name=""/>
        <p:cNvGrpSpPr/>
        <p:nvPr/>
      </p:nvGrpSpPr>
      <p:grpSpPr>
        <a:xfrm>
          <a:off x="0" y="0"/>
          <a:ext cx="0" cy="0"/>
          <a:chOff x="0" y="0"/>
          <a:chExt cx="0" cy="0"/>
        </a:xfrm>
      </p:grpSpPr>
      <p:sp>
        <p:nvSpPr>
          <p:cNvPr id="2" name="Shape 0"/>
          <p:cNvSpPr/>
          <p:nvPr/>
        </p:nvSpPr>
        <p:spPr>
          <a:xfrm>
            <a:off x="0" y="0"/>
            <a:ext cx="12188952" cy="128016"/>
          </a:xfrm>
          <a:prstGeom prst="rect">
            <a:avLst/>
          </a:prstGeom>
          <a:solidFill>
            <a:srgbClr val="00695C"/>
          </a:solidFill>
          <a:ln/>
        </p:spPr>
      </p:sp>
      <p:sp>
        <p:nvSpPr>
          <p:cNvPr id="3" name="Text 1"/>
          <p:cNvSpPr txBox="1"/>
          <p:nvPr/>
        </p:nvSpPr>
        <p:spPr>
          <a:xfrm>
            <a:off x="640080" y="502920"/>
            <a:ext cx="10881360" cy="731520"/>
          </a:xfrm>
          <a:prstGeom prst="rect">
            <a:avLst/>
          </a:prstGeom>
          <a:noFill/>
          <a:ln/>
        </p:spPr>
        <p:txBody>
          <a:bodyPr wrap="square" lIns="0" tIns="0" rIns="0" bIns="0" rtlCol="0" anchor="ctr"/>
          <a:lstStyle/>
          <a:p>
            <a:pPr indent="0" marL="0">
              <a:buNone/>
            </a:pPr>
            <a:r>
              <a:rPr lang="en-US" sz="3200" b="1" dirty="0">
                <a:solidFill>
                  <a:srgbClr val="00251F"/>
                </a:solidFill>
                <a:latin typeface="Cambria" pitchFamily="34" charset="0"/>
                <a:ea typeface="Cambria" pitchFamily="34" charset="-122"/>
                <a:cs typeface="Cambria" pitchFamily="34" charset="-120"/>
              </a:rPr>
              <a:t>¿Qué es Lab1-UI?</a:t>
            </a:r>
            <a:endParaRPr lang="en-US" sz="3200" dirty="0"/>
          </a:p>
        </p:txBody>
      </p:sp>
      <p:sp>
        <p:nvSpPr>
          <p:cNvPr id="4" name="Text 2"/>
          <p:cNvSpPr txBox="1"/>
          <p:nvPr/>
        </p:nvSpPr>
        <p:spPr>
          <a:xfrm>
            <a:off x="731520" y="1737360"/>
            <a:ext cx="6400800" cy="4023360"/>
          </a:xfrm>
          <a:prstGeom prst="rect">
            <a:avLst/>
          </a:prstGeom>
          <a:noFill/>
          <a:ln/>
        </p:spPr>
        <p:txBody>
          <a:bodyPr wrap="square" lIns="0" tIns="0" rIns="0" bIns="0" rtlCol="0" anchor="t"/>
          <a:lstStyle/>
          <a:p>
            <a:pPr marL="342900" indent="-342900">
              <a:spcAft>
                <a:spcPts val="1400"/>
              </a:spcAft>
              <a:buSzPct val="100000"/>
              <a:buChar char="●"/>
            </a:pPr>
            <a:r>
              <a:rPr lang="en-US" sz="1800" dirty="0">
                <a:solidFill>
                  <a:srgbClr val="1B2320"/>
                </a:solidFill>
                <a:latin typeface="Calibri" pitchFamily="34" charset="0"/>
                <a:ea typeface="Calibri" pitchFamily="34" charset="-122"/>
                <a:cs typeface="Calibri" pitchFamily="34" charset="-120"/>
              </a:rPr>
              <a:t>Laboratorio del curso Computación Móvil: interfaces gráficas de usuario</a:t>
            </a:r>
            <a:endParaRPr lang="en-US" sz="1800" dirty="0"/>
          </a:p>
          <a:p>
            <a:pPr marL="342900" indent="-342900">
              <a:spcAft>
                <a:spcPts val="1400"/>
              </a:spcAft>
              <a:buSzPct val="100000"/>
              <a:buChar char="●"/>
            </a:pPr>
            <a:r>
              <a:rPr lang="en-US" sz="1800" dirty="0">
                <a:solidFill>
                  <a:srgbClr val="1B2320"/>
                </a:solidFill>
                <a:latin typeface="Calibri" pitchFamily="34" charset="0"/>
                <a:ea typeface="Calibri" pitchFamily="34" charset="-122"/>
                <a:cs typeface="Calibri" pitchFamily="34" charset="-120"/>
              </a:rPr>
              <a:t>Construida 100% en Jetpack Compose (UI declarativa de Android)</a:t>
            </a:r>
            <a:endParaRPr lang="en-US" sz="1800" dirty="0"/>
          </a:p>
          <a:p>
            <a:pPr marL="342900" indent="-342900">
              <a:spcAft>
                <a:spcPts val="1400"/>
              </a:spcAft>
              <a:buSzPct val="100000"/>
              <a:buChar char="●"/>
            </a:pPr>
            <a:r>
              <a:rPr lang="en-US" sz="1800" dirty="0">
                <a:solidFill>
                  <a:srgbClr val="1B2320"/>
                </a:solidFill>
                <a:latin typeface="Calibri" pitchFamily="34" charset="0"/>
                <a:ea typeface="Calibri" pitchFamily="34" charset="-122"/>
                <a:cs typeface="Calibri" pitchFamily="34" charset="-120"/>
              </a:rPr>
              <a:t>Flujo de 3 pantallas para capturar datos personales y de contacto</a:t>
            </a:r>
            <a:endParaRPr lang="en-US" sz="1800" dirty="0"/>
          </a:p>
          <a:p>
            <a:pPr marL="342900" indent="-342900">
              <a:spcAft>
                <a:spcPts val="1400"/>
              </a:spcAft>
              <a:buSzPct val="100000"/>
              <a:buChar char="●"/>
            </a:pPr>
            <a:r>
              <a:rPr lang="en-US" sz="1800" dirty="0">
                <a:solidFill>
                  <a:srgbClr val="1B2320"/>
                </a:solidFill>
                <a:latin typeface="Calibri" pitchFamily="34" charset="0"/>
                <a:ea typeface="Calibri" pitchFamily="34" charset="-122"/>
                <a:cs typeface="Calibri" pitchFamily="34" charset="-120"/>
              </a:rPr>
              <a:t>Soporta español e inglés, y guarda el estado al rotar la pantalla</a:t>
            </a:r>
            <a:endParaRPr lang="en-US" sz="1800" dirty="0"/>
          </a:p>
        </p:txBody>
      </p:sp>
      <p:sp>
        <p:nvSpPr>
          <p:cNvPr id="5" name="Shape 3"/>
          <p:cNvSpPr/>
          <p:nvPr/>
        </p:nvSpPr>
        <p:spPr>
          <a:xfrm>
            <a:off x="8595360" y="2286000"/>
            <a:ext cx="2377440" cy="2377440"/>
          </a:xfrm>
          <a:prstGeom prst="ellipse">
            <a:avLst/>
          </a:prstGeom>
          <a:solidFill>
            <a:srgbClr val="B2DFDB"/>
          </a:solidFill>
          <a:ln/>
        </p:spPr>
      </p:sp>
      <p:sp>
        <p:nvSpPr>
          <p:cNvPr id="6" name="Text 4"/>
          <p:cNvSpPr txBox="1"/>
          <p:nvPr/>
        </p:nvSpPr>
        <p:spPr>
          <a:xfrm>
            <a:off x="8595360" y="2286000"/>
            <a:ext cx="2377440" cy="2377440"/>
          </a:xfrm>
          <a:prstGeom prst="rect">
            <a:avLst/>
          </a:prstGeom>
          <a:noFill/>
          <a:ln/>
        </p:spPr>
        <p:txBody>
          <a:bodyPr wrap="square" lIns="0" tIns="0" rIns="0" bIns="0" rtlCol="0" anchor="ctr"/>
          <a:lstStyle/>
          <a:p>
            <a:pPr algn="ctr" indent="0" marL="0">
              <a:buNone/>
            </a:pPr>
            <a:r>
              <a:rPr lang="en-US" sz="3000" b="1" dirty="0">
                <a:solidFill>
                  <a:srgbClr val="00251F"/>
                </a:solidFill>
                <a:latin typeface="Cambria" pitchFamily="34" charset="0"/>
                <a:ea typeface="Cambria" pitchFamily="34" charset="-122"/>
                <a:cs typeface="Cambria" pitchFamily="34" charset="-120"/>
              </a:rPr>
              <a:t>&lt;/&gt;</a:t>
            </a:r>
            <a:endParaRPr lang="en-US" sz="3000" dirty="0"/>
          </a:p>
        </p:txBody>
      </p:sp>
      <p:sp>
        <p:nvSpPr>
          <p:cNvPr id="7" name="Text 5"/>
          <p:cNvSpPr txBox="1"/>
          <p:nvPr/>
        </p:nvSpPr>
        <p:spPr>
          <a:xfrm>
            <a:off x="457200" y="6510528"/>
            <a:ext cx="7315200" cy="274320"/>
          </a:xfrm>
          <a:prstGeom prst="rect">
            <a:avLst/>
          </a:prstGeom>
          <a:noFill/>
          <a:ln/>
        </p:spPr>
        <p:txBody>
          <a:bodyPr wrap="square" lIns="0" tIns="0" rIns="0" bIns="0" rtlCol="0" anchor="ctr"/>
          <a:lstStyle/>
          <a:p>
            <a:pPr indent="0" marL="0">
              <a:buNone/>
            </a:pPr>
            <a:r>
              <a:rPr lang="en-US" sz="1000" dirty="0">
                <a:solidFill>
                  <a:srgbClr val="4E5C59"/>
                </a:solidFill>
                <a:latin typeface="Calibri" pitchFamily="34" charset="0"/>
                <a:ea typeface="Calibri" pitchFamily="34" charset="-122"/>
                <a:cs typeface="Calibri" pitchFamily="34" charset="-120"/>
              </a:rPr>
              <a:t>Lab1-UI  ·  Computación Móvil  ·  Grupo Gr05</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AF9"/>
        </a:solidFill>
      </p:bgPr>
    </p:bg>
    <p:spTree>
      <p:nvGrpSpPr>
        <p:cNvPr id="1" name=""/>
        <p:cNvGrpSpPr/>
        <p:nvPr/>
      </p:nvGrpSpPr>
      <p:grpSpPr>
        <a:xfrm>
          <a:off x="0" y="0"/>
          <a:ext cx="0" cy="0"/>
          <a:chOff x="0" y="0"/>
          <a:chExt cx="0" cy="0"/>
        </a:xfrm>
      </p:grpSpPr>
      <p:sp>
        <p:nvSpPr>
          <p:cNvPr id="2" name="Text 0"/>
          <p:cNvSpPr txBox="1"/>
          <p:nvPr/>
        </p:nvSpPr>
        <p:spPr>
          <a:xfrm>
            <a:off x="640080" y="457200"/>
            <a:ext cx="10881360" cy="640080"/>
          </a:xfrm>
          <a:prstGeom prst="rect">
            <a:avLst/>
          </a:prstGeom>
          <a:noFill/>
          <a:ln/>
        </p:spPr>
        <p:txBody>
          <a:bodyPr wrap="square" lIns="0" tIns="0" rIns="0" bIns="0" rtlCol="0" anchor="ctr"/>
          <a:lstStyle/>
          <a:p>
            <a:pPr indent="0" marL="0">
              <a:buNone/>
            </a:pPr>
            <a:r>
              <a:rPr lang="en-US" sz="3000" b="1" dirty="0">
                <a:solidFill>
                  <a:srgbClr val="00251F"/>
                </a:solidFill>
                <a:latin typeface="Cambria" pitchFamily="34" charset="0"/>
                <a:ea typeface="Cambria" pitchFamily="34" charset="-122"/>
                <a:cs typeface="Cambria" pitchFamily="34" charset="-120"/>
              </a:rPr>
              <a:t>El flujo: 3 pantallas</a:t>
            </a:r>
            <a:endParaRPr lang="en-US" sz="3000" dirty="0"/>
          </a:p>
        </p:txBody>
      </p:sp>
      <p:sp>
        <p:nvSpPr>
          <p:cNvPr id="3" name="Shape 1"/>
          <p:cNvSpPr/>
          <p:nvPr/>
        </p:nvSpPr>
        <p:spPr>
          <a:xfrm>
            <a:off x="1097280" y="1371600"/>
            <a:ext cx="2834640" cy="4480560"/>
          </a:xfrm>
          <a:prstGeom prst="roundRect">
            <a:avLst>
              <a:gd name="adj" fmla="val 7097"/>
            </a:avLst>
          </a:prstGeom>
          <a:solidFill>
            <a:srgbClr val="FFFFFF"/>
          </a:solidFill>
          <a:ln w="19050">
            <a:solidFill>
              <a:srgbClr val="D8E3E1"/>
            </a:solidFill>
            <a:prstDash val="solid"/>
          </a:ln>
        </p:spPr>
      </p:sp>
      <p:sp>
        <p:nvSpPr>
          <p:cNvPr id="4" name="Shape 2"/>
          <p:cNvSpPr/>
          <p:nvPr/>
        </p:nvSpPr>
        <p:spPr>
          <a:xfrm>
            <a:off x="1097280" y="1371600"/>
            <a:ext cx="2834640" cy="502920"/>
          </a:xfrm>
          <a:prstGeom prst="roundRect">
            <a:avLst>
              <a:gd name="adj" fmla="val 40000"/>
            </a:avLst>
          </a:prstGeom>
          <a:solidFill>
            <a:srgbClr val="00695C"/>
          </a:solidFill>
          <a:ln/>
        </p:spPr>
      </p:sp>
      <p:sp>
        <p:nvSpPr>
          <p:cNvPr id="5" name="Shape 3"/>
          <p:cNvSpPr/>
          <p:nvPr/>
        </p:nvSpPr>
        <p:spPr>
          <a:xfrm>
            <a:off x="1097280" y="1627632"/>
            <a:ext cx="2834640" cy="246888"/>
          </a:xfrm>
          <a:prstGeom prst="rect">
            <a:avLst/>
          </a:prstGeom>
          <a:solidFill>
            <a:srgbClr val="00695C"/>
          </a:solidFill>
          <a:ln/>
        </p:spPr>
      </p:sp>
      <p:sp>
        <p:nvSpPr>
          <p:cNvPr id="6" name="Text 4"/>
          <p:cNvSpPr txBox="1"/>
          <p:nvPr/>
        </p:nvSpPr>
        <p:spPr>
          <a:xfrm>
            <a:off x="1234440" y="142646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1097280" y="2148840"/>
            <a:ext cx="2834640" cy="411480"/>
          </a:xfrm>
          <a:prstGeom prst="rect">
            <a:avLst/>
          </a:prstGeom>
          <a:noFill/>
          <a:ln/>
        </p:spPr>
        <p:txBody>
          <a:bodyPr wrap="square" lIns="0" tIns="0" rIns="0" bIns="0" rtlCol="0" anchor="ctr"/>
          <a:lstStyle/>
          <a:p>
            <a:pPr algn="ctr" indent="0" marL="0">
              <a:buNone/>
            </a:pPr>
            <a:r>
              <a:rPr lang="en-US" sz="1600" b="1" dirty="0">
                <a:solidFill>
                  <a:srgbClr val="00251F"/>
                </a:solidFill>
                <a:latin typeface="Cambria" pitchFamily="34" charset="0"/>
                <a:ea typeface="Cambria" pitchFamily="34" charset="-122"/>
                <a:cs typeface="Cambria" pitchFamily="34" charset="-120"/>
              </a:rPr>
              <a:t>Bienvenida</a:t>
            </a:r>
            <a:endParaRPr lang="en-US" sz="1600" dirty="0"/>
          </a:p>
        </p:txBody>
      </p:sp>
      <p:sp>
        <p:nvSpPr>
          <p:cNvPr id="8" name="Text 6"/>
          <p:cNvSpPr txBox="1"/>
          <p:nvPr/>
        </p:nvSpPr>
        <p:spPr>
          <a:xfrm>
            <a:off x="1325880" y="2651760"/>
            <a:ext cx="2377440" cy="914400"/>
          </a:xfrm>
          <a:prstGeom prst="rect">
            <a:avLst/>
          </a:prstGeom>
          <a:noFill/>
          <a:ln/>
        </p:spPr>
        <p:txBody>
          <a:bodyPr wrap="square" lIns="0" tIns="0" rIns="0" bIns="0" rtlCol="0" anchor="ctr"/>
          <a:lstStyle/>
          <a:p>
            <a:pPr algn="ctr" indent="0" marL="0">
              <a:buNone/>
            </a:pPr>
            <a:r>
              <a:rPr lang="en-US" sz="1200" dirty="0">
                <a:solidFill>
                  <a:srgbClr val="4E5C59"/>
                </a:solidFill>
                <a:latin typeface="Calibri" pitchFamily="34" charset="0"/>
                <a:ea typeface="Calibri" pitchFamily="34" charset="-122"/>
                <a:cs typeface="Calibri" pitchFamily="34" charset="-120"/>
              </a:rPr>
              <a:t>Insignia + botón</a:t>
            </a:r>
            <a:endParaRPr lang="en-US" sz="1200" dirty="0"/>
          </a:p>
          <a:p>
            <a:pPr algn="ctr" indent="0" marL="0">
              <a:buNone/>
            </a:pPr>
            <a:r>
              <a:rPr lang="en-US" sz="1200" dirty="0">
                <a:solidFill>
                  <a:srgbClr val="4E5C59"/>
                </a:solidFill>
                <a:latin typeface="Calibri" pitchFamily="34" charset="0"/>
                <a:ea typeface="Calibri" pitchFamily="34" charset="-122"/>
                <a:cs typeface="Calibri" pitchFamily="34" charset="-120"/>
              </a:rPr>
              <a:t>"Comenzar"</a:t>
            </a:r>
            <a:endParaRPr lang="en-US" sz="1200" dirty="0"/>
          </a:p>
        </p:txBody>
      </p:sp>
      <p:sp>
        <p:nvSpPr>
          <p:cNvPr id="9" name="Shape 7"/>
          <p:cNvSpPr/>
          <p:nvPr/>
        </p:nvSpPr>
        <p:spPr>
          <a:xfrm>
            <a:off x="1371600" y="3703320"/>
            <a:ext cx="2286000" cy="320040"/>
          </a:xfrm>
          <a:prstGeom prst="roundRect">
            <a:avLst>
              <a:gd name="adj" fmla="val 17143"/>
            </a:avLst>
          </a:prstGeom>
          <a:solidFill>
            <a:srgbClr val="F7FAF9"/>
          </a:solidFill>
          <a:ln w="12700">
            <a:solidFill>
              <a:srgbClr val="D8E3E1"/>
            </a:solidFill>
            <a:prstDash val="solid"/>
          </a:ln>
        </p:spPr>
      </p:sp>
      <p:sp>
        <p:nvSpPr>
          <p:cNvPr id="10" name="Shape 8"/>
          <p:cNvSpPr/>
          <p:nvPr/>
        </p:nvSpPr>
        <p:spPr>
          <a:xfrm>
            <a:off x="1371600" y="4160520"/>
            <a:ext cx="2286000" cy="320040"/>
          </a:xfrm>
          <a:prstGeom prst="roundRect">
            <a:avLst>
              <a:gd name="adj" fmla="val 17143"/>
            </a:avLst>
          </a:prstGeom>
          <a:solidFill>
            <a:srgbClr val="F7FAF9"/>
          </a:solidFill>
          <a:ln w="12700">
            <a:solidFill>
              <a:srgbClr val="D8E3E1"/>
            </a:solidFill>
            <a:prstDash val="solid"/>
          </a:ln>
        </p:spPr>
      </p:sp>
      <p:sp>
        <p:nvSpPr>
          <p:cNvPr id="11" name="Shape 9"/>
          <p:cNvSpPr/>
          <p:nvPr/>
        </p:nvSpPr>
        <p:spPr>
          <a:xfrm>
            <a:off x="1371600" y="4617720"/>
            <a:ext cx="2286000" cy="320040"/>
          </a:xfrm>
          <a:prstGeom prst="roundRect">
            <a:avLst>
              <a:gd name="adj" fmla="val 17143"/>
            </a:avLst>
          </a:prstGeom>
          <a:solidFill>
            <a:srgbClr val="F7FAF9"/>
          </a:solidFill>
          <a:ln w="12700">
            <a:solidFill>
              <a:srgbClr val="D8E3E1"/>
            </a:solidFill>
            <a:prstDash val="solid"/>
          </a:ln>
        </p:spPr>
      </p:sp>
      <p:sp>
        <p:nvSpPr>
          <p:cNvPr id="12" name="Text 10"/>
          <p:cNvSpPr txBox="1"/>
          <p:nvPr/>
        </p:nvSpPr>
        <p:spPr>
          <a:xfrm>
            <a:off x="3977640" y="3337560"/>
            <a:ext cx="457200" cy="548640"/>
          </a:xfrm>
          <a:prstGeom prst="rect">
            <a:avLst/>
          </a:prstGeom>
          <a:noFill/>
          <a:ln/>
        </p:spPr>
        <p:txBody>
          <a:bodyPr wrap="square" lIns="0" tIns="0" rIns="0" bIns="0" rtlCol="0" anchor="ctr"/>
          <a:lstStyle/>
          <a:p>
            <a:pPr algn="ctr" indent="0" marL="0">
              <a:buNone/>
            </a:pPr>
            <a:r>
              <a:rPr lang="en-US" sz="2200" b="1" dirty="0">
                <a:solidFill>
                  <a:srgbClr val="8A7300"/>
                </a:solidFill>
                <a:latin typeface="Calibri" pitchFamily="34" charset="0"/>
                <a:ea typeface="Calibri" pitchFamily="34" charset="-122"/>
                <a:cs typeface="Calibri" pitchFamily="34" charset="-120"/>
              </a:rPr>
              <a:t>→</a:t>
            </a:r>
            <a:endParaRPr lang="en-US" sz="2200" dirty="0"/>
          </a:p>
        </p:txBody>
      </p:sp>
      <p:sp>
        <p:nvSpPr>
          <p:cNvPr id="13" name="Shape 11"/>
          <p:cNvSpPr/>
          <p:nvPr/>
        </p:nvSpPr>
        <p:spPr>
          <a:xfrm>
            <a:off x="4480560" y="1371600"/>
            <a:ext cx="2834640" cy="4480560"/>
          </a:xfrm>
          <a:prstGeom prst="roundRect">
            <a:avLst>
              <a:gd name="adj" fmla="val 7097"/>
            </a:avLst>
          </a:prstGeom>
          <a:solidFill>
            <a:srgbClr val="FFFFFF"/>
          </a:solidFill>
          <a:ln w="19050">
            <a:solidFill>
              <a:srgbClr val="D8E3E1"/>
            </a:solidFill>
            <a:prstDash val="solid"/>
          </a:ln>
        </p:spPr>
      </p:sp>
      <p:sp>
        <p:nvSpPr>
          <p:cNvPr id="14" name="Shape 12"/>
          <p:cNvSpPr/>
          <p:nvPr/>
        </p:nvSpPr>
        <p:spPr>
          <a:xfrm>
            <a:off x="4480560" y="1371600"/>
            <a:ext cx="2834640" cy="502920"/>
          </a:xfrm>
          <a:prstGeom prst="roundRect">
            <a:avLst>
              <a:gd name="adj" fmla="val 40000"/>
            </a:avLst>
          </a:prstGeom>
          <a:solidFill>
            <a:srgbClr val="00695C"/>
          </a:solidFill>
          <a:ln/>
        </p:spPr>
      </p:sp>
      <p:sp>
        <p:nvSpPr>
          <p:cNvPr id="15" name="Shape 13"/>
          <p:cNvSpPr/>
          <p:nvPr/>
        </p:nvSpPr>
        <p:spPr>
          <a:xfrm>
            <a:off x="4480560" y="1627632"/>
            <a:ext cx="2834640" cy="246888"/>
          </a:xfrm>
          <a:prstGeom prst="rect">
            <a:avLst/>
          </a:prstGeom>
          <a:solidFill>
            <a:srgbClr val="00695C"/>
          </a:solidFill>
          <a:ln/>
        </p:spPr>
      </p:sp>
      <p:sp>
        <p:nvSpPr>
          <p:cNvPr id="16" name="Text 14"/>
          <p:cNvSpPr txBox="1"/>
          <p:nvPr/>
        </p:nvSpPr>
        <p:spPr>
          <a:xfrm>
            <a:off x="4617720" y="142646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5"/>
          <p:cNvSpPr txBox="1"/>
          <p:nvPr/>
        </p:nvSpPr>
        <p:spPr>
          <a:xfrm>
            <a:off x="4480560" y="2148840"/>
            <a:ext cx="2834640" cy="411480"/>
          </a:xfrm>
          <a:prstGeom prst="rect">
            <a:avLst/>
          </a:prstGeom>
          <a:noFill/>
          <a:ln/>
        </p:spPr>
        <p:txBody>
          <a:bodyPr wrap="square" lIns="0" tIns="0" rIns="0" bIns="0" rtlCol="0" anchor="ctr"/>
          <a:lstStyle/>
          <a:p>
            <a:pPr algn="ctr" indent="0" marL="0">
              <a:buNone/>
            </a:pPr>
            <a:r>
              <a:rPr lang="en-US" sz="1600" b="1" dirty="0">
                <a:solidFill>
                  <a:srgbClr val="00251F"/>
                </a:solidFill>
                <a:latin typeface="Cambria" pitchFamily="34" charset="0"/>
                <a:ea typeface="Cambria" pitchFamily="34" charset="-122"/>
                <a:cs typeface="Cambria" pitchFamily="34" charset="-120"/>
              </a:rPr>
              <a:t>Datos personales</a:t>
            </a:r>
            <a:endParaRPr lang="en-US" sz="1600" dirty="0"/>
          </a:p>
        </p:txBody>
      </p:sp>
      <p:sp>
        <p:nvSpPr>
          <p:cNvPr id="18" name="Text 16"/>
          <p:cNvSpPr txBox="1"/>
          <p:nvPr/>
        </p:nvSpPr>
        <p:spPr>
          <a:xfrm>
            <a:off x="4709160" y="2651760"/>
            <a:ext cx="2377440" cy="914400"/>
          </a:xfrm>
          <a:prstGeom prst="rect">
            <a:avLst/>
          </a:prstGeom>
          <a:noFill/>
          <a:ln/>
        </p:spPr>
        <p:txBody>
          <a:bodyPr wrap="square" lIns="0" tIns="0" rIns="0" bIns="0" rtlCol="0" anchor="ctr"/>
          <a:lstStyle/>
          <a:p>
            <a:pPr algn="ctr" indent="0" marL="0">
              <a:buNone/>
            </a:pPr>
            <a:r>
              <a:rPr lang="en-US" sz="1200" dirty="0">
                <a:solidFill>
                  <a:srgbClr val="4E5C59"/>
                </a:solidFill>
                <a:latin typeface="Calibri" pitchFamily="34" charset="0"/>
                <a:ea typeface="Calibri" pitchFamily="34" charset="-122"/>
                <a:cs typeface="Calibri" pitchFamily="34" charset="-120"/>
              </a:rPr>
              <a:t>Nombres, sexo,</a:t>
            </a:r>
            <a:endParaRPr lang="en-US" sz="1200" dirty="0"/>
          </a:p>
          <a:p>
            <a:pPr algn="ctr" indent="0" marL="0">
              <a:buNone/>
            </a:pPr>
            <a:r>
              <a:rPr lang="en-US" sz="1200" dirty="0">
                <a:solidFill>
                  <a:srgbClr val="4E5C59"/>
                </a:solidFill>
                <a:latin typeface="Calibri" pitchFamily="34" charset="0"/>
                <a:ea typeface="Calibri" pitchFamily="34" charset="-122"/>
                <a:cs typeface="Calibri" pitchFamily="34" charset="-120"/>
              </a:rPr>
              <a:t>fecha, escolaridad</a:t>
            </a:r>
            <a:endParaRPr lang="en-US" sz="1200" dirty="0"/>
          </a:p>
        </p:txBody>
      </p:sp>
      <p:sp>
        <p:nvSpPr>
          <p:cNvPr id="19" name="Shape 17"/>
          <p:cNvSpPr/>
          <p:nvPr/>
        </p:nvSpPr>
        <p:spPr>
          <a:xfrm>
            <a:off x="4754880" y="3703320"/>
            <a:ext cx="2286000" cy="320040"/>
          </a:xfrm>
          <a:prstGeom prst="roundRect">
            <a:avLst>
              <a:gd name="adj" fmla="val 17143"/>
            </a:avLst>
          </a:prstGeom>
          <a:solidFill>
            <a:srgbClr val="F7FAF9"/>
          </a:solidFill>
          <a:ln w="12700">
            <a:solidFill>
              <a:srgbClr val="D8E3E1"/>
            </a:solidFill>
            <a:prstDash val="solid"/>
          </a:ln>
        </p:spPr>
      </p:sp>
      <p:sp>
        <p:nvSpPr>
          <p:cNvPr id="20" name="Shape 18"/>
          <p:cNvSpPr/>
          <p:nvPr/>
        </p:nvSpPr>
        <p:spPr>
          <a:xfrm>
            <a:off x="4754880" y="4160520"/>
            <a:ext cx="2286000" cy="320040"/>
          </a:xfrm>
          <a:prstGeom prst="roundRect">
            <a:avLst>
              <a:gd name="adj" fmla="val 17143"/>
            </a:avLst>
          </a:prstGeom>
          <a:solidFill>
            <a:srgbClr val="F7FAF9"/>
          </a:solidFill>
          <a:ln w="12700">
            <a:solidFill>
              <a:srgbClr val="D8E3E1"/>
            </a:solidFill>
            <a:prstDash val="solid"/>
          </a:ln>
        </p:spPr>
      </p:sp>
      <p:sp>
        <p:nvSpPr>
          <p:cNvPr id="21" name="Shape 19"/>
          <p:cNvSpPr/>
          <p:nvPr/>
        </p:nvSpPr>
        <p:spPr>
          <a:xfrm>
            <a:off x="4754880" y="4617720"/>
            <a:ext cx="2286000" cy="320040"/>
          </a:xfrm>
          <a:prstGeom prst="roundRect">
            <a:avLst>
              <a:gd name="adj" fmla="val 17143"/>
            </a:avLst>
          </a:prstGeom>
          <a:solidFill>
            <a:srgbClr val="F7FAF9"/>
          </a:solidFill>
          <a:ln w="12700">
            <a:solidFill>
              <a:srgbClr val="D8E3E1"/>
            </a:solidFill>
            <a:prstDash val="solid"/>
          </a:ln>
        </p:spPr>
      </p:sp>
      <p:sp>
        <p:nvSpPr>
          <p:cNvPr id="22" name="Text 20"/>
          <p:cNvSpPr txBox="1"/>
          <p:nvPr/>
        </p:nvSpPr>
        <p:spPr>
          <a:xfrm>
            <a:off x="7360920" y="3337560"/>
            <a:ext cx="457200" cy="548640"/>
          </a:xfrm>
          <a:prstGeom prst="rect">
            <a:avLst/>
          </a:prstGeom>
          <a:noFill/>
          <a:ln/>
        </p:spPr>
        <p:txBody>
          <a:bodyPr wrap="square" lIns="0" tIns="0" rIns="0" bIns="0" rtlCol="0" anchor="ctr"/>
          <a:lstStyle/>
          <a:p>
            <a:pPr algn="ctr" indent="0" marL="0">
              <a:buNone/>
            </a:pPr>
            <a:r>
              <a:rPr lang="en-US" sz="2200" b="1" dirty="0">
                <a:solidFill>
                  <a:srgbClr val="8A7300"/>
                </a:solidFill>
                <a:latin typeface="Calibri" pitchFamily="34" charset="0"/>
                <a:ea typeface="Calibri" pitchFamily="34" charset="-122"/>
                <a:cs typeface="Calibri" pitchFamily="34" charset="-120"/>
              </a:rPr>
              <a:t>→</a:t>
            </a:r>
            <a:endParaRPr lang="en-US" sz="2200" dirty="0"/>
          </a:p>
        </p:txBody>
      </p:sp>
      <p:sp>
        <p:nvSpPr>
          <p:cNvPr id="23" name="Shape 21"/>
          <p:cNvSpPr/>
          <p:nvPr/>
        </p:nvSpPr>
        <p:spPr>
          <a:xfrm>
            <a:off x="7863840" y="1371600"/>
            <a:ext cx="2834640" cy="4480560"/>
          </a:xfrm>
          <a:prstGeom prst="roundRect">
            <a:avLst>
              <a:gd name="adj" fmla="val 7097"/>
            </a:avLst>
          </a:prstGeom>
          <a:solidFill>
            <a:srgbClr val="FFFFFF"/>
          </a:solidFill>
          <a:ln w="19050">
            <a:solidFill>
              <a:srgbClr val="D8E3E1"/>
            </a:solidFill>
            <a:prstDash val="solid"/>
          </a:ln>
        </p:spPr>
      </p:sp>
      <p:sp>
        <p:nvSpPr>
          <p:cNvPr id="24" name="Shape 22"/>
          <p:cNvSpPr/>
          <p:nvPr/>
        </p:nvSpPr>
        <p:spPr>
          <a:xfrm>
            <a:off x="7863840" y="1371600"/>
            <a:ext cx="2834640" cy="502920"/>
          </a:xfrm>
          <a:prstGeom prst="roundRect">
            <a:avLst>
              <a:gd name="adj" fmla="val 40000"/>
            </a:avLst>
          </a:prstGeom>
          <a:solidFill>
            <a:srgbClr val="00695C"/>
          </a:solidFill>
          <a:ln/>
        </p:spPr>
      </p:sp>
      <p:sp>
        <p:nvSpPr>
          <p:cNvPr id="25" name="Shape 23"/>
          <p:cNvSpPr/>
          <p:nvPr/>
        </p:nvSpPr>
        <p:spPr>
          <a:xfrm>
            <a:off x="7863840" y="1627632"/>
            <a:ext cx="2834640" cy="246888"/>
          </a:xfrm>
          <a:prstGeom prst="rect">
            <a:avLst/>
          </a:prstGeom>
          <a:solidFill>
            <a:srgbClr val="00695C"/>
          </a:solidFill>
          <a:ln/>
        </p:spPr>
      </p:sp>
      <p:sp>
        <p:nvSpPr>
          <p:cNvPr id="26" name="Text 24"/>
          <p:cNvSpPr txBox="1"/>
          <p:nvPr/>
        </p:nvSpPr>
        <p:spPr>
          <a:xfrm>
            <a:off x="8001000" y="142646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7" name="Text 25"/>
          <p:cNvSpPr txBox="1"/>
          <p:nvPr/>
        </p:nvSpPr>
        <p:spPr>
          <a:xfrm>
            <a:off x="7863840" y="2148840"/>
            <a:ext cx="2834640" cy="411480"/>
          </a:xfrm>
          <a:prstGeom prst="rect">
            <a:avLst/>
          </a:prstGeom>
          <a:noFill/>
          <a:ln/>
        </p:spPr>
        <p:txBody>
          <a:bodyPr wrap="square" lIns="0" tIns="0" rIns="0" bIns="0" rtlCol="0" anchor="ctr"/>
          <a:lstStyle/>
          <a:p>
            <a:pPr algn="ctr" indent="0" marL="0">
              <a:buNone/>
            </a:pPr>
            <a:r>
              <a:rPr lang="en-US" sz="1600" b="1" dirty="0">
                <a:solidFill>
                  <a:srgbClr val="00251F"/>
                </a:solidFill>
                <a:latin typeface="Cambria" pitchFamily="34" charset="0"/>
                <a:ea typeface="Cambria" pitchFamily="34" charset="-122"/>
                <a:cs typeface="Cambria" pitchFamily="34" charset="-120"/>
              </a:rPr>
              <a:t>Datos de contacto</a:t>
            </a:r>
            <a:endParaRPr lang="en-US" sz="1600" dirty="0"/>
          </a:p>
        </p:txBody>
      </p:sp>
      <p:sp>
        <p:nvSpPr>
          <p:cNvPr id="28" name="Text 26"/>
          <p:cNvSpPr txBox="1"/>
          <p:nvPr/>
        </p:nvSpPr>
        <p:spPr>
          <a:xfrm>
            <a:off x="8092440" y="2651760"/>
            <a:ext cx="2377440" cy="914400"/>
          </a:xfrm>
          <a:prstGeom prst="rect">
            <a:avLst/>
          </a:prstGeom>
          <a:noFill/>
          <a:ln/>
        </p:spPr>
        <p:txBody>
          <a:bodyPr wrap="square" lIns="0" tIns="0" rIns="0" bIns="0" rtlCol="0" anchor="ctr"/>
          <a:lstStyle/>
          <a:p>
            <a:pPr algn="ctr" indent="0" marL="0">
              <a:buNone/>
            </a:pPr>
            <a:r>
              <a:rPr lang="en-US" sz="1200" dirty="0">
                <a:solidFill>
                  <a:srgbClr val="4E5C59"/>
                </a:solidFill>
                <a:latin typeface="Calibri" pitchFamily="34" charset="0"/>
                <a:ea typeface="Calibri" pitchFamily="34" charset="-122"/>
                <a:cs typeface="Calibri" pitchFamily="34" charset="-120"/>
              </a:rPr>
              <a:t>Teléfono, email,</a:t>
            </a:r>
            <a:endParaRPr lang="en-US" sz="1200" dirty="0"/>
          </a:p>
          <a:p>
            <a:pPr algn="ctr" indent="0" marL="0">
              <a:buNone/>
            </a:pPr>
            <a:r>
              <a:rPr lang="en-US" sz="1200" dirty="0">
                <a:solidFill>
                  <a:srgbClr val="4E5C59"/>
                </a:solidFill>
                <a:latin typeface="Calibri" pitchFamily="34" charset="0"/>
                <a:ea typeface="Calibri" pitchFamily="34" charset="-122"/>
                <a:cs typeface="Calibri" pitchFamily="34" charset="-120"/>
              </a:rPr>
              <a:t>país y ciudad</a:t>
            </a:r>
            <a:endParaRPr lang="en-US" sz="1200" dirty="0"/>
          </a:p>
        </p:txBody>
      </p:sp>
      <p:sp>
        <p:nvSpPr>
          <p:cNvPr id="29" name="Shape 27"/>
          <p:cNvSpPr/>
          <p:nvPr/>
        </p:nvSpPr>
        <p:spPr>
          <a:xfrm>
            <a:off x="8138160" y="3703320"/>
            <a:ext cx="2286000" cy="320040"/>
          </a:xfrm>
          <a:prstGeom prst="roundRect">
            <a:avLst>
              <a:gd name="adj" fmla="val 17143"/>
            </a:avLst>
          </a:prstGeom>
          <a:solidFill>
            <a:srgbClr val="F7FAF9"/>
          </a:solidFill>
          <a:ln w="12700">
            <a:solidFill>
              <a:srgbClr val="D8E3E1"/>
            </a:solidFill>
            <a:prstDash val="solid"/>
          </a:ln>
        </p:spPr>
      </p:sp>
      <p:sp>
        <p:nvSpPr>
          <p:cNvPr id="30" name="Shape 28"/>
          <p:cNvSpPr/>
          <p:nvPr/>
        </p:nvSpPr>
        <p:spPr>
          <a:xfrm>
            <a:off x="8138160" y="4160520"/>
            <a:ext cx="2286000" cy="320040"/>
          </a:xfrm>
          <a:prstGeom prst="roundRect">
            <a:avLst>
              <a:gd name="adj" fmla="val 17143"/>
            </a:avLst>
          </a:prstGeom>
          <a:solidFill>
            <a:srgbClr val="F7FAF9"/>
          </a:solidFill>
          <a:ln w="12700">
            <a:solidFill>
              <a:srgbClr val="D8E3E1"/>
            </a:solidFill>
            <a:prstDash val="solid"/>
          </a:ln>
        </p:spPr>
      </p:sp>
      <p:sp>
        <p:nvSpPr>
          <p:cNvPr id="31" name="Shape 29"/>
          <p:cNvSpPr/>
          <p:nvPr/>
        </p:nvSpPr>
        <p:spPr>
          <a:xfrm>
            <a:off x="8138160" y="4617720"/>
            <a:ext cx="2286000" cy="320040"/>
          </a:xfrm>
          <a:prstGeom prst="roundRect">
            <a:avLst>
              <a:gd name="adj" fmla="val 17143"/>
            </a:avLst>
          </a:prstGeom>
          <a:solidFill>
            <a:srgbClr val="F7FAF9"/>
          </a:solidFill>
          <a:ln w="12700">
            <a:solidFill>
              <a:srgbClr val="D8E3E1"/>
            </a:solidFill>
            <a:prstDash val="solid"/>
          </a:ln>
        </p:spPr>
      </p:sp>
      <p:sp>
        <p:nvSpPr>
          <p:cNvPr id="32" name="Text 30"/>
          <p:cNvSpPr txBox="1"/>
          <p:nvPr/>
        </p:nvSpPr>
        <p:spPr>
          <a:xfrm>
            <a:off x="457200" y="6510528"/>
            <a:ext cx="7315200" cy="274320"/>
          </a:xfrm>
          <a:prstGeom prst="rect">
            <a:avLst/>
          </a:prstGeom>
          <a:noFill/>
          <a:ln/>
        </p:spPr>
        <p:txBody>
          <a:bodyPr wrap="square" lIns="0" tIns="0" rIns="0" bIns="0" rtlCol="0" anchor="ctr"/>
          <a:lstStyle/>
          <a:p>
            <a:pPr indent="0" marL="0">
              <a:buNone/>
            </a:pPr>
            <a:r>
              <a:rPr lang="en-US" sz="1000" dirty="0">
                <a:solidFill>
                  <a:srgbClr val="4E5C59"/>
                </a:solidFill>
                <a:latin typeface="Calibri" pitchFamily="34" charset="0"/>
                <a:ea typeface="Calibri" pitchFamily="34" charset="-122"/>
                <a:cs typeface="Calibri" pitchFamily="34" charset="-120"/>
              </a:rPr>
              <a:t>Lab1-UI  ·  Computación Móvil  ·  Grupo Gr05</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AF9"/>
        </a:solidFill>
      </p:bgPr>
    </p:bg>
    <p:spTree>
      <p:nvGrpSpPr>
        <p:cNvPr id="1" name=""/>
        <p:cNvGrpSpPr/>
        <p:nvPr/>
      </p:nvGrpSpPr>
      <p:grpSpPr>
        <a:xfrm>
          <a:off x="0" y="0"/>
          <a:ext cx="0" cy="0"/>
          <a:chOff x="0" y="0"/>
          <a:chExt cx="0" cy="0"/>
        </a:xfrm>
      </p:grpSpPr>
      <p:sp>
        <p:nvSpPr>
          <p:cNvPr id="2" name="Text 0"/>
          <p:cNvSpPr txBox="1"/>
          <p:nvPr/>
        </p:nvSpPr>
        <p:spPr>
          <a:xfrm>
            <a:off x="640080" y="457200"/>
            <a:ext cx="10881360" cy="640080"/>
          </a:xfrm>
          <a:prstGeom prst="rect">
            <a:avLst/>
          </a:prstGeom>
          <a:noFill/>
          <a:ln/>
        </p:spPr>
        <p:txBody>
          <a:bodyPr wrap="square" lIns="0" tIns="0" rIns="0" bIns="0" rtlCol="0" anchor="ctr"/>
          <a:lstStyle/>
          <a:p>
            <a:pPr indent="0" marL="0">
              <a:buNone/>
            </a:pPr>
            <a:r>
              <a:rPr lang="en-US" sz="3000" b="1" dirty="0">
                <a:solidFill>
                  <a:srgbClr val="00251F"/>
                </a:solidFill>
                <a:latin typeface="Cambria" pitchFamily="34" charset="0"/>
                <a:ea typeface="Cambria" pitchFamily="34" charset="-122"/>
                <a:cs typeface="Cambria" pitchFamily="34" charset="-120"/>
              </a:rPr>
              <a:t>El problema: sin identidad visual</a:t>
            </a:r>
            <a:endParaRPr lang="en-US" sz="3000" dirty="0"/>
          </a:p>
        </p:txBody>
      </p:sp>
      <p:sp>
        <p:nvSpPr>
          <p:cNvPr id="3" name="Shape 1"/>
          <p:cNvSpPr/>
          <p:nvPr/>
        </p:nvSpPr>
        <p:spPr>
          <a:xfrm>
            <a:off x="731520" y="1417320"/>
            <a:ext cx="5120640" cy="4572000"/>
          </a:xfrm>
          <a:prstGeom prst="roundRect">
            <a:avLst>
              <a:gd name="adj" fmla="val 2400"/>
            </a:avLst>
          </a:prstGeom>
          <a:solidFill>
            <a:srgbClr val="EDEAF2"/>
          </a:solidFill>
          <a:ln w="12700">
            <a:solidFill>
              <a:srgbClr val="C9C2D6"/>
            </a:solidFill>
            <a:prstDash val="solid"/>
          </a:ln>
        </p:spPr>
      </p:sp>
      <p:sp>
        <p:nvSpPr>
          <p:cNvPr id="4" name="Text 2"/>
          <p:cNvSpPr txBox="1"/>
          <p:nvPr/>
        </p:nvSpPr>
        <p:spPr>
          <a:xfrm>
            <a:off x="731520" y="1645920"/>
            <a:ext cx="5120640" cy="457200"/>
          </a:xfrm>
          <a:prstGeom prst="rect">
            <a:avLst/>
          </a:prstGeom>
          <a:noFill/>
          <a:ln/>
        </p:spPr>
        <p:txBody>
          <a:bodyPr wrap="square" lIns="0" tIns="0" rIns="0" bIns="0" rtlCol="0" anchor="ctr"/>
          <a:lstStyle/>
          <a:p>
            <a:pPr algn="ctr" indent="0" marL="0">
              <a:buNone/>
            </a:pPr>
            <a:r>
              <a:rPr lang="en-US" sz="1800" b="1" dirty="0">
                <a:solidFill>
                  <a:srgbClr val="5C4B8A"/>
                </a:solidFill>
                <a:latin typeface="Cambria" pitchFamily="34" charset="0"/>
                <a:ea typeface="Cambria" pitchFamily="34" charset="-122"/>
                <a:cs typeface="Cambria" pitchFamily="34" charset="-120"/>
              </a:rPr>
              <a:t>ANTES</a:t>
            </a:r>
            <a:endParaRPr lang="en-US" sz="1800" dirty="0"/>
          </a:p>
        </p:txBody>
      </p:sp>
      <p:sp>
        <p:nvSpPr>
          <p:cNvPr id="5" name="Shape 3"/>
          <p:cNvSpPr/>
          <p:nvPr/>
        </p:nvSpPr>
        <p:spPr>
          <a:xfrm>
            <a:off x="2880360" y="2331720"/>
            <a:ext cx="822960" cy="822960"/>
          </a:xfrm>
          <a:prstGeom prst="ellipse">
            <a:avLst/>
          </a:prstGeom>
          <a:solidFill>
            <a:srgbClr val="6750A4"/>
          </a:solidFill>
          <a:ln/>
        </p:spPr>
      </p:sp>
      <p:sp>
        <p:nvSpPr>
          <p:cNvPr id="6" name="Text 4"/>
          <p:cNvSpPr txBox="1"/>
          <p:nvPr/>
        </p:nvSpPr>
        <p:spPr>
          <a:xfrm>
            <a:off x="1188720" y="3429000"/>
            <a:ext cx="4206240" cy="2377440"/>
          </a:xfrm>
          <a:prstGeom prst="rect">
            <a:avLst/>
          </a:prstGeom>
          <a:noFill/>
          <a:ln/>
        </p:spPr>
        <p:txBody>
          <a:bodyPr wrap="square" lIns="0" tIns="0" rIns="0" bIns="0" rtlCol="0" anchor="t"/>
          <a:lstStyle/>
          <a:p>
            <a:pPr marL="342900" indent="-342900">
              <a:spcAft>
                <a:spcPts val="1000"/>
              </a:spcAft>
              <a:buSzPct val="100000"/>
              <a:buChar char="✗"/>
            </a:pPr>
            <a:r>
              <a:rPr lang="en-US" sz="1450" dirty="0">
                <a:solidFill>
                  <a:srgbClr val="1B2320"/>
                </a:solidFill>
                <a:latin typeface="Calibri" pitchFamily="34" charset="0"/>
                <a:ea typeface="Calibri" pitchFamily="34" charset="-122"/>
                <a:cs typeface="Calibri" pitchFamily="34" charset="-120"/>
              </a:rPr>
              <a:t>Morado por defecto de Android Studio</a:t>
            </a:r>
            <a:endParaRPr lang="en-US" sz="1450" dirty="0"/>
          </a:p>
          <a:p>
            <a:pPr marL="342900" indent="-342900">
              <a:spcAft>
                <a:spcPts val="1000"/>
              </a:spcAft>
              <a:buSzPct val="100000"/>
              <a:buChar char="✗"/>
            </a:pPr>
            <a:r>
              <a:rPr lang="en-US" sz="1450" dirty="0">
                <a:solidFill>
                  <a:srgbClr val="1B2320"/>
                </a:solidFill>
                <a:latin typeface="Calibri" pitchFamily="34" charset="0"/>
                <a:ea typeface="Calibri" pitchFamily="34" charset="-122"/>
                <a:cs typeface="Calibri" pitchFamily="34" charset="-120"/>
              </a:rPr>
              <a:t>Sin jerarquía entre campos</a:t>
            </a:r>
            <a:endParaRPr lang="en-US" sz="1450" dirty="0"/>
          </a:p>
          <a:p>
            <a:pPr marL="342900" indent="-342900">
              <a:spcAft>
                <a:spcPts val="1000"/>
              </a:spcAft>
              <a:buSzPct val="100000"/>
              <a:buChar char="✗"/>
            </a:pPr>
            <a:r>
              <a:rPr lang="en-US" sz="1450" dirty="0">
                <a:solidFill>
                  <a:srgbClr val="1B2320"/>
                </a:solidFill>
                <a:latin typeface="Calibri" pitchFamily="34" charset="0"/>
                <a:ea typeface="Calibri" pitchFamily="34" charset="-122"/>
                <a:cs typeface="Calibri" pitchFamily="34" charset="-120"/>
              </a:rPr>
              <a:t>Sin indicio de progreso entre pantallas</a:t>
            </a:r>
            <a:endParaRPr lang="en-US" sz="1450" dirty="0"/>
          </a:p>
          <a:p>
            <a:pPr marL="342900" indent="-342900">
              <a:spcAft>
                <a:spcPts val="1000"/>
              </a:spcAft>
              <a:buSzPct val="100000"/>
              <a:buChar char="✗"/>
            </a:pPr>
            <a:r>
              <a:rPr lang="en-US" sz="1450" dirty="0">
                <a:solidFill>
                  <a:srgbClr val="1B2320"/>
                </a:solidFill>
                <a:latin typeface="Calibri" pitchFamily="34" charset="0"/>
                <a:ea typeface="Calibri" pitchFamily="34" charset="-122"/>
                <a:cs typeface="Calibri" pitchFamily="34" charset="-120"/>
              </a:rPr>
              <a:t>Tipografía inconsistente entre estilos</a:t>
            </a:r>
            <a:endParaRPr lang="en-US" sz="1450" dirty="0"/>
          </a:p>
        </p:txBody>
      </p:sp>
      <p:sp>
        <p:nvSpPr>
          <p:cNvPr id="7" name="Shape 5"/>
          <p:cNvSpPr/>
          <p:nvPr/>
        </p:nvSpPr>
        <p:spPr>
          <a:xfrm>
            <a:off x="6309360" y="1417320"/>
            <a:ext cx="5120640" cy="4572000"/>
          </a:xfrm>
          <a:prstGeom prst="roundRect">
            <a:avLst>
              <a:gd name="adj" fmla="val 2400"/>
            </a:avLst>
          </a:prstGeom>
          <a:solidFill>
            <a:srgbClr val="00251F"/>
          </a:solidFill>
          <a:ln/>
        </p:spPr>
      </p:sp>
      <p:sp>
        <p:nvSpPr>
          <p:cNvPr id="8" name="Text 6"/>
          <p:cNvSpPr txBox="1"/>
          <p:nvPr/>
        </p:nvSpPr>
        <p:spPr>
          <a:xfrm>
            <a:off x="6309360" y="1645920"/>
            <a:ext cx="5120640" cy="457200"/>
          </a:xfrm>
          <a:prstGeom prst="rect">
            <a:avLst/>
          </a:prstGeom>
          <a:noFill/>
          <a:ln/>
        </p:spPr>
        <p:txBody>
          <a:bodyPr wrap="square" lIns="0" tIns="0" rIns="0" bIns="0" rtlCol="0" anchor="ctr"/>
          <a:lstStyle/>
          <a:p>
            <a:pPr algn="ctr" indent="0" marL="0">
              <a:buNone/>
            </a:pPr>
            <a:r>
              <a:rPr lang="en-US" sz="1800" b="1" dirty="0">
                <a:solidFill>
                  <a:srgbClr val="FFE083"/>
                </a:solidFill>
                <a:latin typeface="Cambria" pitchFamily="34" charset="0"/>
                <a:ea typeface="Cambria" pitchFamily="34" charset="-122"/>
                <a:cs typeface="Cambria" pitchFamily="34" charset="-120"/>
              </a:rPr>
              <a:t>DESPUÉS</a:t>
            </a:r>
            <a:endParaRPr lang="en-US" sz="1800" dirty="0"/>
          </a:p>
        </p:txBody>
      </p:sp>
      <p:sp>
        <p:nvSpPr>
          <p:cNvPr id="9" name="Shape 7"/>
          <p:cNvSpPr/>
          <p:nvPr/>
        </p:nvSpPr>
        <p:spPr>
          <a:xfrm>
            <a:off x="8458200" y="2331720"/>
            <a:ext cx="822960" cy="822960"/>
          </a:xfrm>
          <a:prstGeom prst="ellipse">
            <a:avLst/>
          </a:prstGeom>
          <a:solidFill>
            <a:srgbClr val="B2DFDB"/>
          </a:solidFill>
          <a:ln/>
        </p:spPr>
      </p:sp>
      <p:sp>
        <p:nvSpPr>
          <p:cNvPr id="10" name="Text 8"/>
          <p:cNvSpPr txBox="1"/>
          <p:nvPr/>
        </p:nvSpPr>
        <p:spPr>
          <a:xfrm>
            <a:off x="6766560" y="3429000"/>
            <a:ext cx="4206240" cy="2377440"/>
          </a:xfrm>
          <a:prstGeom prst="rect">
            <a:avLst/>
          </a:prstGeom>
          <a:noFill/>
          <a:ln/>
        </p:spPr>
        <p:txBody>
          <a:bodyPr wrap="square" lIns="0" tIns="0" rIns="0" bIns="0" rtlCol="0" anchor="t"/>
          <a:lstStyle/>
          <a:p>
            <a:pPr marL="342900" indent="-342900">
              <a:spcAft>
                <a:spcPts val="1000"/>
              </a:spcAft>
              <a:buSzPct val="100000"/>
              <a:buChar char="✓"/>
            </a:pPr>
            <a:r>
              <a:rPr lang="en-US" sz="1450" dirty="0">
                <a:solidFill>
                  <a:srgbClr val="FFFFFF"/>
                </a:solidFill>
                <a:latin typeface="Calibri" pitchFamily="34" charset="0"/>
                <a:ea typeface="Calibri" pitchFamily="34" charset="-122"/>
                <a:cs typeface="Calibri" pitchFamily="34" charset="-120"/>
              </a:rPr>
              <a:t>Paleta propia: teal + ámbar + índigo</a:t>
            </a:r>
            <a:endParaRPr lang="en-US" sz="1450" dirty="0"/>
          </a:p>
          <a:p>
            <a:pPr marL="342900" indent="-342900">
              <a:spcAft>
                <a:spcPts val="1000"/>
              </a:spcAft>
              <a:buSzPct val="100000"/>
              <a:buChar char="✓"/>
            </a:pPr>
            <a:r>
              <a:rPr lang="en-US" sz="1450" dirty="0">
                <a:solidFill>
                  <a:srgbClr val="FFFFFF"/>
                </a:solidFill>
                <a:latin typeface="Calibri" pitchFamily="34" charset="0"/>
                <a:ea typeface="Calibri" pitchFamily="34" charset="-122"/>
                <a:cs typeface="Calibri" pitchFamily="34" charset="-120"/>
              </a:rPr>
              <a:t>Campos agrupados en tarjetas por tema</a:t>
            </a:r>
            <a:endParaRPr lang="en-US" sz="1450" dirty="0"/>
          </a:p>
          <a:p>
            <a:pPr marL="342900" indent="-342900">
              <a:spcAft>
                <a:spcPts val="1000"/>
              </a:spcAft>
              <a:buSzPct val="100000"/>
              <a:buChar char="✓"/>
            </a:pPr>
            <a:r>
              <a:rPr lang="en-US" sz="1450" dirty="0">
                <a:solidFill>
                  <a:srgbClr val="FFFFFF"/>
                </a:solidFill>
                <a:latin typeface="Calibri" pitchFamily="34" charset="0"/>
                <a:ea typeface="Calibri" pitchFamily="34" charset="-122"/>
                <a:cs typeface="Calibri" pitchFamily="34" charset="-120"/>
              </a:rPr>
              <a:t>Indicador "Paso X de Y" entre pantallas</a:t>
            </a:r>
            <a:endParaRPr lang="en-US" sz="1450" dirty="0"/>
          </a:p>
          <a:p>
            <a:pPr marL="342900" indent="-342900">
              <a:spcAft>
                <a:spcPts val="1000"/>
              </a:spcAft>
              <a:buSzPct val="100000"/>
              <a:buChar char="✓"/>
            </a:pPr>
            <a:r>
              <a:rPr lang="en-US" sz="1450" dirty="0">
                <a:solidFill>
                  <a:srgbClr val="FFFFFF"/>
                </a:solidFill>
                <a:latin typeface="Calibri" pitchFamily="34" charset="0"/>
                <a:ea typeface="Calibri" pitchFamily="34" charset="-122"/>
                <a:cs typeface="Calibri" pitchFamily="34" charset="-120"/>
              </a:rPr>
              <a:t>Escala tipográfica y de espaciado consistente</a:t>
            </a:r>
            <a:endParaRPr lang="en-US" sz="1450" dirty="0"/>
          </a:p>
        </p:txBody>
      </p:sp>
      <p:sp>
        <p:nvSpPr>
          <p:cNvPr id="11" name="Text 9"/>
          <p:cNvSpPr txBox="1"/>
          <p:nvPr/>
        </p:nvSpPr>
        <p:spPr>
          <a:xfrm>
            <a:off x="457200" y="6510528"/>
            <a:ext cx="7315200" cy="274320"/>
          </a:xfrm>
          <a:prstGeom prst="rect">
            <a:avLst/>
          </a:prstGeom>
          <a:noFill/>
          <a:ln/>
        </p:spPr>
        <p:txBody>
          <a:bodyPr wrap="square" lIns="0" tIns="0" rIns="0" bIns="0" rtlCol="0" anchor="ctr"/>
          <a:lstStyle/>
          <a:p>
            <a:pPr indent="0" marL="0">
              <a:buNone/>
            </a:pPr>
            <a:r>
              <a:rPr lang="en-US" sz="1000" dirty="0">
                <a:solidFill>
                  <a:srgbClr val="4E5C59"/>
                </a:solidFill>
                <a:latin typeface="Calibri" pitchFamily="34" charset="0"/>
                <a:ea typeface="Calibri" pitchFamily="34" charset="-122"/>
                <a:cs typeface="Calibri" pitchFamily="34" charset="-120"/>
              </a:rPr>
              <a:t>Lab1-UI  ·  Computación Móvil  ·  Grupo Gr05</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AF9"/>
        </a:solidFill>
      </p:bgPr>
    </p:bg>
    <p:spTree>
      <p:nvGrpSpPr>
        <p:cNvPr id="1" name=""/>
        <p:cNvGrpSpPr/>
        <p:nvPr/>
      </p:nvGrpSpPr>
      <p:grpSpPr>
        <a:xfrm>
          <a:off x="0" y="0"/>
          <a:ext cx="0" cy="0"/>
          <a:chOff x="0" y="0"/>
          <a:chExt cx="0" cy="0"/>
        </a:xfrm>
      </p:grpSpPr>
      <p:sp>
        <p:nvSpPr>
          <p:cNvPr id="2" name="Text 0"/>
          <p:cNvSpPr txBox="1"/>
          <p:nvPr/>
        </p:nvSpPr>
        <p:spPr>
          <a:xfrm>
            <a:off x="640080" y="457200"/>
            <a:ext cx="10881360" cy="640080"/>
          </a:xfrm>
          <a:prstGeom prst="rect">
            <a:avLst/>
          </a:prstGeom>
          <a:noFill/>
          <a:ln/>
        </p:spPr>
        <p:txBody>
          <a:bodyPr wrap="square" lIns="0" tIns="0" rIns="0" bIns="0" rtlCol="0" anchor="ctr"/>
          <a:lstStyle/>
          <a:p>
            <a:pPr indent="0" marL="0">
              <a:buNone/>
            </a:pPr>
            <a:r>
              <a:rPr lang="en-US" sz="3000" b="1" dirty="0">
                <a:solidFill>
                  <a:srgbClr val="00251F"/>
                </a:solidFill>
                <a:latin typeface="Cambria" pitchFamily="34" charset="0"/>
                <a:ea typeface="Cambria" pitchFamily="34" charset="-122"/>
                <a:cs typeface="Cambria" pitchFamily="34" charset="-120"/>
              </a:rPr>
              <a:t>Sistema de color (Material 3)</a:t>
            </a:r>
            <a:endParaRPr lang="en-US" sz="3000" dirty="0"/>
          </a:p>
        </p:txBody>
      </p:sp>
      <p:sp>
        <p:nvSpPr>
          <p:cNvPr id="3" name="Text 1"/>
          <p:cNvSpPr txBox="1"/>
          <p:nvPr/>
        </p:nvSpPr>
        <p:spPr>
          <a:xfrm>
            <a:off x="640080" y="1051560"/>
            <a:ext cx="10881360" cy="365760"/>
          </a:xfrm>
          <a:prstGeom prst="rect">
            <a:avLst/>
          </a:prstGeom>
          <a:noFill/>
          <a:ln/>
        </p:spPr>
        <p:txBody>
          <a:bodyPr wrap="square" lIns="0" tIns="0" rIns="0" bIns="0" rtlCol="0" anchor="ctr"/>
          <a:lstStyle/>
          <a:p>
            <a:pPr indent="0" marL="0">
              <a:buNone/>
            </a:pPr>
            <a:r>
              <a:rPr lang="en-US" sz="1400" i="1" dirty="0">
                <a:solidFill>
                  <a:srgbClr val="4E5C59"/>
                </a:solidFill>
                <a:latin typeface="Calibri" pitchFamily="34" charset="0"/>
                <a:ea typeface="Calibri" pitchFamily="34" charset="-122"/>
                <a:cs typeface="Calibri" pitchFamily="34" charset="-120"/>
              </a:rPr>
              <a:t>Cada color tiene un “rol” definido: no solo se ve bien, se sabe dónde usarlo.</a:t>
            </a:r>
            <a:endParaRPr lang="en-US" sz="1400" dirty="0"/>
          </a:p>
        </p:txBody>
      </p:sp>
      <p:sp>
        <p:nvSpPr>
          <p:cNvPr id="4" name="Shape 2"/>
          <p:cNvSpPr/>
          <p:nvPr/>
        </p:nvSpPr>
        <p:spPr>
          <a:xfrm>
            <a:off x="822960" y="1920240"/>
            <a:ext cx="3291840" cy="3566160"/>
          </a:xfrm>
          <a:prstGeom prst="roundRect">
            <a:avLst>
              <a:gd name="adj" fmla="val 2778"/>
            </a:avLst>
          </a:prstGeom>
          <a:solidFill>
            <a:srgbClr val="FFFFFF"/>
          </a:solidFill>
          <a:ln w="12700">
            <a:solidFill>
              <a:srgbClr val="D8E3E1"/>
            </a:solidFill>
            <a:prstDash val="solid"/>
          </a:ln>
        </p:spPr>
      </p:sp>
      <p:sp>
        <p:nvSpPr>
          <p:cNvPr id="5" name="Shape 3"/>
          <p:cNvSpPr/>
          <p:nvPr/>
        </p:nvSpPr>
        <p:spPr>
          <a:xfrm>
            <a:off x="1143000" y="2240280"/>
            <a:ext cx="2651760" cy="1371600"/>
          </a:xfrm>
          <a:prstGeom prst="roundRect">
            <a:avLst>
              <a:gd name="adj" fmla="val 6667"/>
            </a:avLst>
          </a:prstGeom>
          <a:solidFill>
            <a:srgbClr val="00695C"/>
          </a:solidFill>
          <a:ln/>
        </p:spPr>
      </p:sp>
      <p:sp>
        <p:nvSpPr>
          <p:cNvPr id="6" name="Text 4"/>
          <p:cNvSpPr txBox="1"/>
          <p:nvPr/>
        </p:nvSpPr>
        <p:spPr>
          <a:xfrm>
            <a:off x="822960" y="3749040"/>
            <a:ext cx="3291840" cy="365760"/>
          </a:xfrm>
          <a:prstGeom prst="rect">
            <a:avLst/>
          </a:prstGeom>
          <a:noFill/>
          <a:ln/>
        </p:spPr>
        <p:txBody>
          <a:bodyPr wrap="square" lIns="0" tIns="0" rIns="0" bIns="0" rtlCol="0" anchor="ctr"/>
          <a:lstStyle/>
          <a:p>
            <a:pPr algn="ctr" indent="0" marL="0">
              <a:buNone/>
            </a:pPr>
            <a:r>
              <a:rPr lang="en-US" sz="1700" b="1" dirty="0">
                <a:solidFill>
                  <a:srgbClr val="00251F"/>
                </a:solidFill>
                <a:latin typeface="Cambria" pitchFamily="34" charset="0"/>
                <a:ea typeface="Cambria" pitchFamily="34" charset="-122"/>
                <a:cs typeface="Cambria" pitchFamily="34" charset="-120"/>
              </a:rPr>
              <a:t>Primary</a:t>
            </a:r>
            <a:endParaRPr lang="en-US" sz="1700" dirty="0"/>
          </a:p>
        </p:txBody>
      </p:sp>
      <p:sp>
        <p:nvSpPr>
          <p:cNvPr id="7" name="Text 5"/>
          <p:cNvSpPr txBox="1"/>
          <p:nvPr/>
        </p:nvSpPr>
        <p:spPr>
          <a:xfrm>
            <a:off x="822960" y="4160520"/>
            <a:ext cx="3291840" cy="320040"/>
          </a:xfrm>
          <a:prstGeom prst="rect">
            <a:avLst/>
          </a:prstGeom>
          <a:noFill/>
          <a:ln/>
        </p:spPr>
        <p:txBody>
          <a:bodyPr wrap="square" lIns="0" tIns="0" rIns="0" bIns="0" rtlCol="0" anchor="ctr"/>
          <a:lstStyle/>
          <a:p>
            <a:pPr algn="ctr" indent="0" marL="0">
              <a:buNone/>
            </a:pPr>
            <a:r>
              <a:rPr lang="en-US" sz="1200" dirty="0">
                <a:solidFill>
                  <a:srgbClr val="4E5C59"/>
                </a:solidFill>
                <a:latin typeface="Calibri" pitchFamily="34" charset="0"/>
                <a:ea typeface="Calibri" pitchFamily="34" charset="-122"/>
                <a:cs typeface="Calibri" pitchFamily="34" charset="-120"/>
              </a:rPr>
              <a:t>#00695C  ·  TEAL</a:t>
            </a:r>
            <a:endParaRPr lang="en-US" sz="1200" dirty="0"/>
          </a:p>
        </p:txBody>
      </p:sp>
      <p:sp>
        <p:nvSpPr>
          <p:cNvPr id="8" name="Text 6"/>
          <p:cNvSpPr txBox="1"/>
          <p:nvPr/>
        </p:nvSpPr>
        <p:spPr>
          <a:xfrm>
            <a:off x="1097280" y="4617720"/>
            <a:ext cx="2743200" cy="731520"/>
          </a:xfrm>
          <a:prstGeom prst="rect">
            <a:avLst/>
          </a:prstGeom>
          <a:noFill/>
          <a:ln/>
        </p:spPr>
        <p:txBody>
          <a:bodyPr wrap="square" lIns="0" tIns="0" rIns="0" bIns="0" rtlCol="0" anchor="ctr"/>
          <a:lstStyle/>
          <a:p>
            <a:pPr algn="ctr" indent="0" marL="0">
              <a:buNone/>
            </a:pPr>
            <a:r>
              <a:rPr lang="en-US" sz="1250" dirty="0">
                <a:solidFill>
                  <a:srgbClr val="1B2320"/>
                </a:solidFill>
                <a:latin typeface="Calibri" pitchFamily="34" charset="0"/>
                <a:ea typeface="Calibri" pitchFamily="34" charset="-122"/>
                <a:cs typeface="Calibri" pitchFamily="34" charset="-120"/>
              </a:rPr>
              <a:t>Botones, barra superior, títulos</a:t>
            </a:r>
            <a:endParaRPr lang="en-US" sz="1250" dirty="0"/>
          </a:p>
        </p:txBody>
      </p:sp>
      <p:sp>
        <p:nvSpPr>
          <p:cNvPr id="9" name="Shape 7"/>
          <p:cNvSpPr/>
          <p:nvPr/>
        </p:nvSpPr>
        <p:spPr>
          <a:xfrm>
            <a:off x="4572000" y="1920240"/>
            <a:ext cx="3291840" cy="3566160"/>
          </a:xfrm>
          <a:prstGeom prst="roundRect">
            <a:avLst>
              <a:gd name="adj" fmla="val 2778"/>
            </a:avLst>
          </a:prstGeom>
          <a:solidFill>
            <a:srgbClr val="FFFFFF"/>
          </a:solidFill>
          <a:ln w="12700">
            <a:solidFill>
              <a:srgbClr val="D8E3E1"/>
            </a:solidFill>
            <a:prstDash val="solid"/>
          </a:ln>
        </p:spPr>
      </p:sp>
      <p:sp>
        <p:nvSpPr>
          <p:cNvPr id="10" name="Shape 8"/>
          <p:cNvSpPr/>
          <p:nvPr/>
        </p:nvSpPr>
        <p:spPr>
          <a:xfrm>
            <a:off x="4892040" y="2240280"/>
            <a:ext cx="2651760" cy="1371600"/>
          </a:xfrm>
          <a:prstGeom prst="roundRect">
            <a:avLst>
              <a:gd name="adj" fmla="val 6667"/>
            </a:avLst>
          </a:prstGeom>
          <a:solidFill>
            <a:srgbClr val="8A7300"/>
          </a:solidFill>
          <a:ln/>
        </p:spPr>
      </p:sp>
      <p:sp>
        <p:nvSpPr>
          <p:cNvPr id="11" name="Text 9"/>
          <p:cNvSpPr txBox="1"/>
          <p:nvPr/>
        </p:nvSpPr>
        <p:spPr>
          <a:xfrm>
            <a:off x="4572000" y="3749040"/>
            <a:ext cx="3291840" cy="365760"/>
          </a:xfrm>
          <a:prstGeom prst="rect">
            <a:avLst/>
          </a:prstGeom>
          <a:noFill/>
          <a:ln/>
        </p:spPr>
        <p:txBody>
          <a:bodyPr wrap="square" lIns="0" tIns="0" rIns="0" bIns="0" rtlCol="0" anchor="ctr"/>
          <a:lstStyle/>
          <a:p>
            <a:pPr algn="ctr" indent="0" marL="0">
              <a:buNone/>
            </a:pPr>
            <a:r>
              <a:rPr lang="en-US" sz="1700" b="1" dirty="0">
                <a:solidFill>
                  <a:srgbClr val="00251F"/>
                </a:solidFill>
                <a:latin typeface="Cambria" pitchFamily="34" charset="0"/>
                <a:ea typeface="Cambria" pitchFamily="34" charset="-122"/>
                <a:cs typeface="Cambria" pitchFamily="34" charset="-120"/>
              </a:rPr>
              <a:t>Secondary</a:t>
            </a:r>
            <a:endParaRPr lang="en-US" sz="1700" dirty="0"/>
          </a:p>
        </p:txBody>
      </p:sp>
      <p:sp>
        <p:nvSpPr>
          <p:cNvPr id="12" name="Text 10"/>
          <p:cNvSpPr txBox="1"/>
          <p:nvPr/>
        </p:nvSpPr>
        <p:spPr>
          <a:xfrm>
            <a:off x="4572000" y="4160520"/>
            <a:ext cx="3291840" cy="320040"/>
          </a:xfrm>
          <a:prstGeom prst="rect">
            <a:avLst/>
          </a:prstGeom>
          <a:noFill/>
          <a:ln/>
        </p:spPr>
        <p:txBody>
          <a:bodyPr wrap="square" lIns="0" tIns="0" rIns="0" bIns="0" rtlCol="0" anchor="ctr"/>
          <a:lstStyle/>
          <a:p>
            <a:pPr algn="ctr" indent="0" marL="0">
              <a:buNone/>
            </a:pPr>
            <a:r>
              <a:rPr lang="en-US" sz="1200" dirty="0">
                <a:solidFill>
                  <a:srgbClr val="4E5C59"/>
                </a:solidFill>
                <a:latin typeface="Calibri" pitchFamily="34" charset="0"/>
                <a:ea typeface="Calibri" pitchFamily="34" charset="-122"/>
                <a:cs typeface="Calibri" pitchFamily="34" charset="-120"/>
              </a:rPr>
              <a:t>#8A7300  ·  ÁMBAR</a:t>
            </a:r>
            <a:endParaRPr lang="en-US" sz="1200" dirty="0"/>
          </a:p>
        </p:txBody>
      </p:sp>
      <p:sp>
        <p:nvSpPr>
          <p:cNvPr id="13" name="Text 11"/>
          <p:cNvSpPr txBox="1"/>
          <p:nvPr/>
        </p:nvSpPr>
        <p:spPr>
          <a:xfrm>
            <a:off x="4846320" y="4617720"/>
            <a:ext cx="2743200" cy="731520"/>
          </a:xfrm>
          <a:prstGeom prst="rect">
            <a:avLst/>
          </a:prstGeom>
          <a:noFill/>
          <a:ln/>
        </p:spPr>
        <p:txBody>
          <a:bodyPr wrap="square" lIns="0" tIns="0" rIns="0" bIns="0" rtlCol="0" anchor="ctr"/>
          <a:lstStyle/>
          <a:p>
            <a:pPr algn="ctr" indent="0" marL="0">
              <a:buNone/>
            </a:pPr>
            <a:r>
              <a:rPr lang="en-US" sz="1250" dirty="0">
                <a:solidFill>
                  <a:srgbClr val="1B2320"/>
                </a:solidFill>
                <a:latin typeface="Calibri" pitchFamily="34" charset="0"/>
                <a:ea typeface="Calibri" pitchFamily="34" charset="-122"/>
                <a:cs typeface="Calibri" pitchFamily="34" charset="-120"/>
              </a:rPr>
              <a:t>Acentos, flechas de paso</a:t>
            </a:r>
            <a:endParaRPr lang="en-US" sz="1250" dirty="0"/>
          </a:p>
        </p:txBody>
      </p:sp>
      <p:sp>
        <p:nvSpPr>
          <p:cNvPr id="14" name="Shape 12"/>
          <p:cNvSpPr/>
          <p:nvPr/>
        </p:nvSpPr>
        <p:spPr>
          <a:xfrm>
            <a:off x="8321040" y="1920240"/>
            <a:ext cx="3291840" cy="3566160"/>
          </a:xfrm>
          <a:prstGeom prst="roundRect">
            <a:avLst>
              <a:gd name="adj" fmla="val 2778"/>
            </a:avLst>
          </a:prstGeom>
          <a:solidFill>
            <a:srgbClr val="FFFFFF"/>
          </a:solidFill>
          <a:ln w="12700">
            <a:solidFill>
              <a:srgbClr val="D8E3E1"/>
            </a:solidFill>
            <a:prstDash val="solid"/>
          </a:ln>
        </p:spPr>
      </p:sp>
      <p:sp>
        <p:nvSpPr>
          <p:cNvPr id="15" name="Shape 13"/>
          <p:cNvSpPr/>
          <p:nvPr/>
        </p:nvSpPr>
        <p:spPr>
          <a:xfrm>
            <a:off x="8641080" y="2240280"/>
            <a:ext cx="2651760" cy="1371600"/>
          </a:xfrm>
          <a:prstGeom prst="roundRect">
            <a:avLst>
              <a:gd name="adj" fmla="val 6667"/>
            </a:avLst>
          </a:prstGeom>
          <a:solidFill>
            <a:srgbClr val="3F51B5"/>
          </a:solidFill>
          <a:ln/>
        </p:spPr>
      </p:sp>
      <p:sp>
        <p:nvSpPr>
          <p:cNvPr id="16" name="Text 14"/>
          <p:cNvSpPr txBox="1"/>
          <p:nvPr/>
        </p:nvSpPr>
        <p:spPr>
          <a:xfrm>
            <a:off x="8321040" y="3749040"/>
            <a:ext cx="3291840" cy="365760"/>
          </a:xfrm>
          <a:prstGeom prst="rect">
            <a:avLst/>
          </a:prstGeom>
          <a:noFill/>
          <a:ln/>
        </p:spPr>
        <p:txBody>
          <a:bodyPr wrap="square" lIns="0" tIns="0" rIns="0" bIns="0" rtlCol="0" anchor="ctr"/>
          <a:lstStyle/>
          <a:p>
            <a:pPr algn="ctr" indent="0" marL="0">
              <a:buNone/>
            </a:pPr>
            <a:r>
              <a:rPr lang="en-US" sz="1700" b="1" dirty="0">
                <a:solidFill>
                  <a:srgbClr val="00251F"/>
                </a:solidFill>
                <a:latin typeface="Cambria" pitchFamily="34" charset="0"/>
                <a:ea typeface="Cambria" pitchFamily="34" charset="-122"/>
                <a:cs typeface="Cambria" pitchFamily="34" charset="-120"/>
              </a:rPr>
              <a:t>Tertiary</a:t>
            </a:r>
            <a:endParaRPr lang="en-US" sz="1700" dirty="0"/>
          </a:p>
        </p:txBody>
      </p:sp>
      <p:sp>
        <p:nvSpPr>
          <p:cNvPr id="17" name="Text 15"/>
          <p:cNvSpPr txBox="1"/>
          <p:nvPr/>
        </p:nvSpPr>
        <p:spPr>
          <a:xfrm>
            <a:off x="8321040" y="4160520"/>
            <a:ext cx="3291840" cy="320040"/>
          </a:xfrm>
          <a:prstGeom prst="rect">
            <a:avLst/>
          </a:prstGeom>
          <a:noFill/>
          <a:ln/>
        </p:spPr>
        <p:txBody>
          <a:bodyPr wrap="square" lIns="0" tIns="0" rIns="0" bIns="0" rtlCol="0" anchor="ctr"/>
          <a:lstStyle/>
          <a:p>
            <a:pPr algn="ctr" indent="0" marL="0">
              <a:buNone/>
            </a:pPr>
            <a:r>
              <a:rPr lang="en-US" sz="1200" dirty="0">
                <a:solidFill>
                  <a:srgbClr val="4E5C59"/>
                </a:solidFill>
                <a:latin typeface="Calibri" pitchFamily="34" charset="0"/>
                <a:ea typeface="Calibri" pitchFamily="34" charset="-122"/>
                <a:cs typeface="Calibri" pitchFamily="34" charset="-120"/>
              </a:rPr>
              <a:t>#3F51B5  ·  ÍNDIGO</a:t>
            </a:r>
            <a:endParaRPr lang="en-US" sz="1200" dirty="0"/>
          </a:p>
        </p:txBody>
      </p:sp>
      <p:sp>
        <p:nvSpPr>
          <p:cNvPr id="18" name="Text 16"/>
          <p:cNvSpPr txBox="1"/>
          <p:nvPr/>
        </p:nvSpPr>
        <p:spPr>
          <a:xfrm>
            <a:off x="8595360" y="4617720"/>
            <a:ext cx="2743200" cy="731520"/>
          </a:xfrm>
          <a:prstGeom prst="rect">
            <a:avLst/>
          </a:prstGeom>
          <a:noFill/>
          <a:ln/>
        </p:spPr>
        <p:txBody>
          <a:bodyPr wrap="square" lIns="0" tIns="0" rIns="0" bIns="0" rtlCol="0" anchor="ctr"/>
          <a:lstStyle/>
          <a:p>
            <a:pPr algn="ctr" indent="0" marL="0">
              <a:buNone/>
            </a:pPr>
            <a:r>
              <a:rPr lang="en-US" sz="1250" dirty="0">
                <a:solidFill>
                  <a:srgbClr val="1B2320"/>
                </a:solidFill>
                <a:latin typeface="Calibri" pitchFamily="34" charset="0"/>
                <a:ea typeface="Calibri" pitchFamily="34" charset="-122"/>
                <a:cs typeface="Calibri" pitchFamily="34" charset="-120"/>
              </a:rPr>
              <a:t>Detalles complementarios</a:t>
            </a:r>
            <a:endParaRPr lang="en-US" sz="1250" dirty="0"/>
          </a:p>
        </p:txBody>
      </p:sp>
      <p:sp>
        <p:nvSpPr>
          <p:cNvPr id="19" name="Text 17"/>
          <p:cNvSpPr txBox="1"/>
          <p:nvPr/>
        </p:nvSpPr>
        <p:spPr>
          <a:xfrm>
            <a:off x="457200" y="6510528"/>
            <a:ext cx="7315200" cy="274320"/>
          </a:xfrm>
          <a:prstGeom prst="rect">
            <a:avLst/>
          </a:prstGeom>
          <a:noFill/>
          <a:ln/>
        </p:spPr>
        <p:txBody>
          <a:bodyPr wrap="square" lIns="0" tIns="0" rIns="0" bIns="0" rtlCol="0" anchor="ctr"/>
          <a:lstStyle/>
          <a:p>
            <a:pPr indent="0" marL="0">
              <a:buNone/>
            </a:pPr>
            <a:r>
              <a:rPr lang="en-US" sz="1000" dirty="0">
                <a:solidFill>
                  <a:srgbClr val="4E5C59"/>
                </a:solidFill>
                <a:latin typeface="Calibri" pitchFamily="34" charset="0"/>
                <a:ea typeface="Calibri" pitchFamily="34" charset="-122"/>
                <a:cs typeface="Calibri" pitchFamily="34" charset="-120"/>
              </a:rPr>
              <a:t>Lab1-UI  ·  Computación Móvil  ·  Grupo Gr05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AF9"/>
        </a:solidFill>
      </p:bgPr>
    </p:bg>
    <p:spTree>
      <p:nvGrpSpPr>
        <p:cNvPr id="1" name=""/>
        <p:cNvGrpSpPr/>
        <p:nvPr/>
      </p:nvGrpSpPr>
      <p:grpSpPr>
        <a:xfrm>
          <a:off x="0" y="0"/>
          <a:ext cx="0" cy="0"/>
          <a:chOff x="0" y="0"/>
          <a:chExt cx="0" cy="0"/>
        </a:xfrm>
      </p:grpSpPr>
      <p:sp>
        <p:nvSpPr>
          <p:cNvPr id="2" name="Text 0"/>
          <p:cNvSpPr txBox="1"/>
          <p:nvPr/>
        </p:nvSpPr>
        <p:spPr>
          <a:xfrm>
            <a:off x="640080" y="457200"/>
            <a:ext cx="10881360" cy="640080"/>
          </a:xfrm>
          <a:prstGeom prst="rect">
            <a:avLst/>
          </a:prstGeom>
          <a:noFill/>
          <a:ln/>
        </p:spPr>
        <p:txBody>
          <a:bodyPr wrap="square" lIns="0" tIns="0" rIns="0" bIns="0" rtlCol="0" anchor="ctr"/>
          <a:lstStyle/>
          <a:p>
            <a:pPr indent="0" marL="0">
              <a:buNone/>
            </a:pPr>
            <a:r>
              <a:rPr lang="en-US" sz="3000" b="1" dirty="0">
                <a:solidFill>
                  <a:srgbClr val="00251F"/>
                </a:solidFill>
                <a:latin typeface="Cambria" pitchFamily="34" charset="0"/>
                <a:ea typeface="Cambria" pitchFamily="34" charset="-122"/>
                <a:cs typeface="Cambria" pitchFamily="34" charset="-120"/>
              </a:rPr>
              <a:t>Tipografía y espaciado</a:t>
            </a:r>
            <a:endParaRPr lang="en-US" sz="3000" dirty="0"/>
          </a:p>
        </p:txBody>
      </p:sp>
      <p:sp>
        <p:nvSpPr>
          <p:cNvPr id="3" name="Shape 1"/>
          <p:cNvSpPr/>
          <p:nvPr/>
        </p:nvSpPr>
        <p:spPr>
          <a:xfrm>
            <a:off x="731520" y="1463040"/>
            <a:ext cx="5212080" cy="4480560"/>
          </a:xfrm>
          <a:prstGeom prst="roundRect">
            <a:avLst>
              <a:gd name="adj" fmla="val 2041"/>
            </a:avLst>
          </a:prstGeom>
          <a:solidFill>
            <a:srgbClr val="FFFFFF"/>
          </a:solidFill>
          <a:ln w="12700">
            <a:solidFill>
              <a:srgbClr val="D8E3E1"/>
            </a:solidFill>
            <a:prstDash val="solid"/>
          </a:ln>
        </p:spPr>
      </p:sp>
      <p:sp>
        <p:nvSpPr>
          <p:cNvPr id="4" name="Text 2"/>
          <p:cNvSpPr txBox="1"/>
          <p:nvPr/>
        </p:nvSpPr>
        <p:spPr>
          <a:xfrm>
            <a:off x="1005840" y="1691640"/>
            <a:ext cx="4663440" cy="411480"/>
          </a:xfrm>
          <a:prstGeom prst="rect">
            <a:avLst/>
          </a:prstGeom>
          <a:noFill/>
          <a:ln/>
        </p:spPr>
        <p:txBody>
          <a:bodyPr wrap="square" lIns="0" tIns="0" rIns="0" bIns="0" rtlCol="0" anchor="ctr"/>
          <a:lstStyle/>
          <a:p>
            <a:pPr indent="0" marL="0">
              <a:buNone/>
            </a:pPr>
            <a:r>
              <a:rPr lang="en-US" sz="1600" b="1" dirty="0">
                <a:solidFill>
                  <a:srgbClr val="00695C"/>
                </a:solidFill>
                <a:latin typeface="Cambria" pitchFamily="34" charset="0"/>
                <a:ea typeface="Cambria" pitchFamily="34" charset="-122"/>
                <a:cs typeface="Cambria" pitchFamily="34" charset="-120"/>
              </a:rPr>
              <a:t>Escala tipográfica</a:t>
            </a:r>
            <a:endParaRPr lang="en-US" sz="1600" dirty="0"/>
          </a:p>
        </p:txBody>
      </p:sp>
      <p:sp>
        <p:nvSpPr>
          <p:cNvPr id="5" name="Text 3"/>
          <p:cNvSpPr txBox="1"/>
          <p:nvPr/>
        </p:nvSpPr>
        <p:spPr>
          <a:xfrm>
            <a:off x="1005840" y="2331720"/>
            <a:ext cx="4663440" cy="640080"/>
          </a:xfrm>
          <a:prstGeom prst="rect">
            <a:avLst/>
          </a:prstGeom>
          <a:noFill/>
          <a:ln/>
        </p:spPr>
        <p:txBody>
          <a:bodyPr wrap="square" lIns="0" tIns="0" rIns="0" bIns="0" rtlCol="0" anchor="ctr"/>
          <a:lstStyle/>
          <a:p>
            <a:pPr indent="0" marL="0">
              <a:buNone/>
            </a:pPr>
            <a:r>
              <a:rPr lang="en-US" sz="2800" dirty="0">
                <a:solidFill>
                  <a:srgbClr val="1B2320"/>
                </a:solidFill>
                <a:latin typeface="Calibri" pitchFamily="34" charset="0"/>
                <a:ea typeface="Calibri" pitchFamily="34" charset="-122"/>
                <a:cs typeface="Calibri" pitchFamily="34" charset="-120"/>
              </a:rPr>
              <a:t>Título de pantalla</a:t>
            </a:r>
            <a:endParaRPr lang="en-US" sz="2800" dirty="0"/>
          </a:p>
        </p:txBody>
      </p:sp>
      <p:sp>
        <p:nvSpPr>
          <p:cNvPr id="6" name="Text 4"/>
          <p:cNvSpPr txBox="1"/>
          <p:nvPr/>
        </p:nvSpPr>
        <p:spPr>
          <a:xfrm>
            <a:off x="1005840" y="3819378"/>
            <a:ext cx="4663440" cy="640080"/>
          </a:xfrm>
          <a:prstGeom prst="rect">
            <a:avLst/>
          </a:prstGeom>
          <a:noFill/>
          <a:ln/>
        </p:spPr>
        <p:txBody>
          <a:bodyPr wrap="square" lIns="0" tIns="0" rIns="0" bIns="0" rtlCol="0" anchor="ctr"/>
          <a:lstStyle/>
          <a:p>
            <a:pPr indent="0" marL="0">
              <a:buNone/>
            </a:pPr>
            <a:r>
              <a:rPr lang="en-US" sz="2000" dirty="0">
                <a:solidFill>
                  <a:srgbClr val="1B2320"/>
                </a:solidFill>
                <a:latin typeface="Calibri" pitchFamily="34" charset="0"/>
                <a:ea typeface="Calibri" pitchFamily="34" charset="-122"/>
                <a:cs typeface="Calibri" pitchFamily="34" charset="-120"/>
              </a:rPr>
              <a:t>Encabezado de sección</a:t>
            </a:r>
            <a:endParaRPr lang="en-US" sz="2000" dirty="0"/>
          </a:p>
        </p:txBody>
      </p:sp>
      <p:sp>
        <p:nvSpPr>
          <p:cNvPr id="7" name="Text 5"/>
          <p:cNvSpPr txBox="1"/>
          <p:nvPr/>
        </p:nvSpPr>
        <p:spPr>
          <a:xfrm>
            <a:off x="1005840" y="5025683"/>
            <a:ext cx="4663440" cy="640080"/>
          </a:xfrm>
          <a:prstGeom prst="rect">
            <a:avLst/>
          </a:prstGeom>
          <a:noFill/>
          <a:ln/>
        </p:spPr>
        <p:txBody>
          <a:bodyPr wrap="square" lIns="0" tIns="0" rIns="0" bIns="0" rtlCol="0" anchor="ctr"/>
          <a:lstStyle/>
          <a:p>
            <a:pPr indent="0" marL="0">
              <a:buNone/>
            </a:pPr>
            <a:r>
              <a:rPr lang="en-US" sz="1500" dirty="0">
                <a:solidFill>
                  <a:srgbClr val="1B2320"/>
                </a:solidFill>
                <a:latin typeface="Calibri" pitchFamily="34" charset="0"/>
                <a:ea typeface="Calibri" pitchFamily="34" charset="-122"/>
                <a:cs typeface="Calibri" pitchFamily="34" charset="-120"/>
              </a:rPr>
              <a:t>Texto de campo</a:t>
            </a:r>
            <a:endParaRPr lang="en-US" sz="1500" dirty="0"/>
          </a:p>
        </p:txBody>
      </p:sp>
      <p:sp>
        <p:nvSpPr>
          <p:cNvPr id="8" name="Text 6"/>
          <p:cNvSpPr txBox="1"/>
          <p:nvPr/>
        </p:nvSpPr>
        <p:spPr>
          <a:xfrm>
            <a:off x="1005840" y="6056142"/>
            <a:ext cx="4663440" cy="640080"/>
          </a:xfrm>
          <a:prstGeom prst="rect">
            <a:avLst/>
          </a:prstGeom>
          <a:noFill/>
          <a:ln/>
        </p:spPr>
        <p:txBody>
          <a:bodyPr wrap="square" lIns="0" tIns="0" rIns="0" bIns="0" rtlCol="0" anchor="ctr"/>
          <a:lstStyle/>
          <a:p>
            <a:pPr indent="0" marL="0">
              <a:buNone/>
            </a:pPr>
            <a:r>
              <a:rPr lang="en-US" sz="1200" dirty="0">
                <a:solidFill>
                  <a:srgbClr val="1B2320"/>
                </a:solidFill>
                <a:latin typeface="Calibri" pitchFamily="34" charset="0"/>
                <a:ea typeface="Calibri" pitchFamily="34" charset="-122"/>
                <a:cs typeface="Calibri" pitchFamily="34" charset="-120"/>
              </a:rPr>
              <a:t>Texto de apoyo</a:t>
            </a:r>
            <a:endParaRPr lang="en-US" sz="1200" dirty="0"/>
          </a:p>
        </p:txBody>
      </p:sp>
      <p:sp>
        <p:nvSpPr>
          <p:cNvPr id="9" name="Shape 7"/>
          <p:cNvSpPr/>
          <p:nvPr/>
        </p:nvSpPr>
        <p:spPr>
          <a:xfrm>
            <a:off x="6263640" y="1463040"/>
            <a:ext cx="5212080" cy="4480560"/>
          </a:xfrm>
          <a:prstGeom prst="roundRect">
            <a:avLst>
              <a:gd name="adj" fmla="val 2041"/>
            </a:avLst>
          </a:prstGeom>
          <a:solidFill>
            <a:srgbClr val="FFFFFF"/>
          </a:solidFill>
          <a:ln w="12700">
            <a:solidFill>
              <a:srgbClr val="D8E3E1"/>
            </a:solidFill>
            <a:prstDash val="solid"/>
          </a:ln>
        </p:spPr>
      </p:sp>
      <p:sp>
        <p:nvSpPr>
          <p:cNvPr id="10" name="Text 8"/>
          <p:cNvSpPr txBox="1"/>
          <p:nvPr/>
        </p:nvSpPr>
        <p:spPr>
          <a:xfrm>
            <a:off x="6537960" y="1691640"/>
            <a:ext cx="4663440" cy="411480"/>
          </a:xfrm>
          <a:prstGeom prst="rect">
            <a:avLst/>
          </a:prstGeom>
          <a:noFill/>
          <a:ln/>
        </p:spPr>
        <p:txBody>
          <a:bodyPr wrap="square" lIns="0" tIns="0" rIns="0" bIns="0" rtlCol="0" anchor="ctr"/>
          <a:lstStyle/>
          <a:p>
            <a:pPr indent="0" marL="0">
              <a:buNone/>
            </a:pPr>
            <a:r>
              <a:rPr lang="en-US" sz="1600" b="1" dirty="0">
                <a:solidFill>
                  <a:srgbClr val="00695C"/>
                </a:solidFill>
                <a:latin typeface="Cambria" pitchFamily="34" charset="0"/>
                <a:ea typeface="Cambria" pitchFamily="34" charset="-122"/>
                <a:cs typeface="Cambria" pitchFamily="34" charset="-120"/>
              </a:rPr>
              <a:t>Escala de espaciado</a:t>
            </a:r>
            <a:endParaRPr lang="en-US" sz="1600" dirty="0"/>
          </a:p>
        </p:txBody>
      </p:sp>
      <p:sp>
        <p:nvSpPr>
          <p:cNvPr id="11" name="Shape 9"/>
          <p:cNvSpPr/>
          <p:nvPr/>
        </p:nvSpPr>
        <p:spPr>
          <a:xfrm>
            <a:off x="6537960" y="2377440"/>
            <a:ext cx="365760" cy="320040"/>
          </a:xfrm>
          <a:prstGeom prst="rect">
            <a:avLst/>
          </a:prstGeom>
          <a:solidFill>
            <a:srgbClr val="FFE083"/>
          </a:solidFill>
          <a:ln w="12700">
            <a:solidFill>
              <a:srgbClr val="8A7300"/>
            </a:solidFill>
            <a:prstDash val="solid"/>
          </a:ln>
        </p:spPr>
      </p:sp>
      <p:sp>
        <p:nvSpPr>
          <p:cNvPr id="12" name="Text 10"/>
          <p:cNvSpPr txBox="1"/>
          <p:nvPr/>
        </p:nvSpPr>
        <p:spPr>
          <a:xfrm>
            <a:off x="7040880" y="2331720"/>
            <a:ext cx="2286000" cy="411480"/>
          </a:xfrm>
          <a:prstGeom prst="rect">
            <a:avLst/>
          </a:prstGeom>
          <a:noFill/>
          <a:ln/>
        </p:spPr>
        <p:txBody>
          <a:bodyPr wrap="square" lIns="0" tIns="0" rIns="0" bIns="0" rtlCol="0" anchor="ctr"/>
          <a:lstStyle/>
          <a:p>
            <a:pPr indent="0" marL="0">
              <a:buNone/>
            </a:pPr>
            <a:r>
              <a:rPr lang="en-US" sz="1300" dirty="0">
                <a:solidFill>
                  <a:srgbClr val="4E5C59"/>
                </a:solidFill>
                <a:latin typeface="Calibri" pitchFamily="34" charset="0"/>
                <a:ea typeface="Calibri" pitchFamily="34" charset="-122"/>
                <a:cs typeface="Calibri" pitchFamily="34" charset="-120"/>
              </a:rPr>
              <a:t>xs · 4dp</a:t>
            </a:r>
            <a:endParaRPr lang="en-US" sz="1300" dirty="0"/>
          </a:p>
        </p:txBody>
      </p:sp>
      <p:sp>
        <p:nvSpPr>
          <p:cNvPr id="13" name="Shape 11"/>
          <p:cNvSpPr/>
          <p:nvPr/>
        </p:nvSpPr>
        <p:spPr>
          <a:xfrm>
            <a:off x="6537960" y="2971800"/>
            <a:ext cx="731520" cy="320040"/>
          </a:xfrm>
          <a:prstGeom prst="rect">
            <a:avLst/>
          </a:prstGeom>
          <a:solidFill>
            <a:srgbClr val="FFE083"/>
          </a:solidFill>
          <a:ln w="12700">
            <a:solidFill>
              <a:srgbClr val="8A7300"/>
            </a:solidFill>
            <a:prstDash val="solid"/>
          </a:ln>
        </p:spPr>
      </p:sp>
      <p:sp>
        <p:nvSpPr>
          <p:cNvPr id="14" name="Text 12"/>
          <p:cNvSpPr txBox="1"/>
          <p:nvPr/>
        </p:nvSpPr>
        <p:spPr>
          <a:xfrm>
            <a:off x="7406640" y="2926080"/>
            <a:ext cx="2286000" cy="411480"/>
          </a:xfrm>
          <a:prstGeom prst="rect">
            <a:avLst/>
          </a:prstGeom>
          <a:noFill/>
          <a:ln/>
        </p:spPr>
        <p:txBody>
          <a:bodyPr wrap="square" lIns="0" tIns="0" rIns="0" bIns="0" rtlCol="0" anchor="ctr"/>
          <a:lstStyle/>
          <a:p>
            <a:pPr indent="0" marL="0">
              <a:buNone/>
            </a:pPr>
            <a:r>
              <a:rPr lang="en-US" sz="1300" dirty="0">
                <a:solidFill>
                  <a:srgbClr val="4E5C59"/>
                </a:solidFill>
                <a:latin typeface="Calibri" pitchFamily="34" charset="0"/>
                <a:ea typeface="Calibri" pitchFamily="34" charset="-122"/>
                <a:cs typeface="Calibri" pitchFamily="34" charset="-120"/>
              </a:rPr>
              <a:t>sm · 8dp</a:t>
            </a:r>
            <a:endParaRPr lang="en-US" sz="1300" dirty="0"/>
          </a:p>
        </p:txBody>
      </p:sp>
      <p:sp>
        <p:nvSpPr>
          <p:cNvPr id="15" name="Shape 13"/>
          <p:cNvSpPr/>
          <p:nvPr/>
        </p:nvSpPr>
        <p:spPr>
          <a:xfrm>
            <a:off x="6537960" y="3566160"/>
            <a:ext cx="1463040" cy="320040"/>
          </a:xfrm>
          <a:prstGeom prst="rect">
            <a:avLst/>
          </a:prstGeom>
          <a:solidFill>
            <a:srgbClr val="FFE083"/>
          </a:solidFill>
          <a:ln w="12700">
            <a:solidFill>
              <a:srgbClr val="8A7300"/>
            </a:solidFill>
            <a:prstDash val="solid"/>
          </a:ln>
        </p:spPr>
      </p:sp>
      <p:sp>
        <p:nvSpPr>
          <p:cNvPr id="16" name="Text 14"/>
          <p:cNvSpPr txBox="1"/>
          <p:nvPr/>
        </p:nvSpPr>
        <p:spPr>
          <a:xfrm>
            <a:off x="8138160" y="3520440"/>
            <a:ext cx="2286000" cy="411480"/>
          </a:xfrm>
          <a:prstGeom prst="rect">
            <a:avLst/>
          </a:prstGeom>
          <a:noFill/>
          <a:ln/>
        </p:spPr>
        <p:txBody>
          <a:bodyPr wrap="square" lIns="0" tIns="0" rIns="0" bIns="0" rtlCol="0" anchor="ctr"/>
          <a:lstStyle/>
          <a:p>
            <a:pPr indent="0" marL="0">
              <a:buNone/>
            </a:pPr>
            <a:r>
              <a:rPr lang="en-US" sz="1300" dirty="0">
                <a:solidFill>
                  <a:srgbClr val="4E5C59"/>
                </a:solidFill>
                <a:latin typeface="Calibri" pitchFamily="34" charset="0"/>
                <a:ea typeface="Calibri" pitchFamily="34" charset="-122"/>
                <a:cs typeface="Calibri" pitchFamily="34" charset="-120"/>
              </a:rPr>
              <a:t>md · 16dp</a:t>
            </a:r>
            <a:endParaRPr lang="en-US" sz="1300" dirty="0"/>
          </a:p>
        </p:txBody>
      </p:sp>
      <p:sp>
        <p:nvSpPr>
          <p:cNvPr id="17" name="Shape 15"/>
          <p:cNvSpPr/>
          <p:nvPr/>
        </p:nvSpPr>
        <p:spPr>
          <a:xfrm>
            <a:off x="6537960" y="4160520"/>
            <a:ext cx="2194560" cy="320040"/>
          </a:xfrm>
          <a:prstGeom prst="rect">
            <a:avLst/>
          </a:prstGeom>
          <a:solidFill>
            <a:srgbClr val="FFE083"/>
          </a:solidFill>
          <a:ln w="12700">
            <a:solidFill>
              <a:srgbClr val="8A7300"/>
            </a:solidFill>
            <a:prstDash val="solid"/>
          </a:ln>
        </p:spPr>
      </p:sp>
      <p:sp>
        <p:nvSpPr>
          <p:cNvPr id="18" name="Text 16"/>
          <p:cNvSpPr txBox="1"/>
          <p:nvPr/>
        </p:nvSpPr>
        <p:spPr>
          <a:xfrm>
            <a:off x="8869680" y="4114800"/>
            <a:ext cx="2286000" cy="411480"/>
          </a:xfrm>
          <a:prstGeom prst="rect">
            <a:avLst/>
          </a:prstGeom>
          <a:noFill/>
          <a:ln/>
        </p:spPr>
        <p:txBody>
          <a:bodyPr wrap="square" lIns="0" tIns="0" rIns="0" bIns="0" rtlCol="0" anchor="ctr"/>
          <a:lstStyle/>
          <a:p>
            <a:pPr indent="0" marL="0">
              <a:buNone/>
            </a:pPr>
            <a:r>
              <a:rPr lang="en-US" sz="1300" dirty="0">
                <a:solidFill>
                  <a:srgbClr val="4E5C59"/>
                </a:solidFill>
                <a:latin typeface="Calibri" pitchFamily="34" charset="0"/>
                <a:ea typeface="Calibri" pitchFamily="34" charset="-122"/>
                <a:cs typeface="Calibri" pitchFamily="34" charset="-120"/>
              </a:rPr>
              <a:t>lg · 24dp</a:t>
            </a:r>
            <a:endParaRPr lang="en-US" sz="1300" dirty="0"/>
          </a:p>
        </p:txBody>
      </p:sp>
      <p:sp>
        <p:nvSpPr>
          <p:cNvPr id="19" name="Shape 17"/>
          <p:cNvSpPr/>
          <p:nvPr/>
        </p:nvSpPr>
        <p:spPr>
          <a:xfrm>
            <a:off x="6537960" y="4754880"/>
            <a:ext cx="2926080" cy="320040"/>
          </a:xfrm>
          <a:prstGeom prst="rect">
            <a:avLst/>
          </a:prstGeom>
          <a:solidFill>
            <a:srgbClr val="FFE083"/>
          </a:solidFill>
          <a:ln w="12700">
            <a:solidFill>
              <a:srgbClr val="8A7300"/>
            </a:solidFill>
            <a:prstDash val="solid"/>
          </a:ln>
        </p:spPr>
      </p:sp>
      <p:sp>
        <p:nvSpPr>
          <p:cNvPr id="20" name="Text 18"/>
          <p:cNvSpPr txBox="1"/>
          <p:nvPr/>
        </p:nvSpPr>
        <p:spPr>
          <a:xfrm>
            <a:off x="9601200" y="4709160"/>
            <a:ext cx="2286000" cy="411480"/>
          </a:xfrm>
          <a:prstGeom prst="rect">
            <a:avLst/>
          </a:prstGeom>
          <a:noFill/>
          <a:ln/>
        </p:spPr>
        <p:txBody>
          <a:bodyPr wrap="square" lIns="0" tIns="0" rIns="0" bIns="0" rtlCol="0" anchor="ctr"/>
          <a:lstStyle/>
          <a:p>
            <a:pPr indent="0" marL="0">
              <a:buNone/>
            </a:pPr>
            <a:r>
              <a:rPr lang="en-US" sz="1300" dirty="0">
                <a:solidFill>
                  <a:srgbClr val="4E5C59"/>
                </a:solidFill>
                <a:latin typeface="Calibri" pitchFamily="34" charset="0"/>
                <a:ea typeface="Calibri" pitchFamily="34" charset="-122"/>
                <a:cs typeface="Calibri" pitchFamily="34" charset="-120"/>
              </a:rPr>
              <a:t>xl · 32dp</a:t>
            </a:r>
            <a:endParaRPr lang="en-US" sz="1300" dirty="0"/>
          </a:p>
        </p:txBody>
      </p:sp>
      <p:sp>
        <p:nvSpPr>
          <p:cNvPr id="21" name="Text 19"/>
          <p:cNvSpPr txBox="1"/>
          <p:nvPr/>
        </p:nvSpPr>
        <p:spPr>
          <a:xfrm>
            <a:off x="457200" y="6510528"/>
            <a:ext cx="7315200" cy="274320"/>
          </a:xfrm>
          <a:prstGeom prst="rect">
            <a:avLst/>
          </a:prstGeom>
          <a:noFill/>
          <a:ln/>
        </p:spPr>
        <p:txBody>
          <a:bodyPr wrap="square" lIns="0" tIns="0" rIns="0" bIns="0" rtlCol="0" anchor="ctr"/>
          <a:lstStyle/>
          <a:p>
            <a:pPr indent="0" marL="0">
              <a:buNone/>
            </a:pPr>
            <a:r>
              <a:rPr lang="en-US" sz="1000" dirty="0">
                <a:solidFill>
                  <a:srgbClr val="4E5C59"/>
                </a:solidFill>
                <a:latin typeface="Calibri" pitchFamily="34" charset="0"/>
                <a:ea typeface="Calibri" pitchFamily="34" charset="-122"/>
                <a:cs typeface="Calibri" pitchFamily="34" charset="-120"/>
              </a:rPr>
              <a:t>Lab1-UI  ·  Computación Móvil  ·  Grupo Gr05</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AF9"/>
        </a:solidFill>
      </p:bgPr>
    </p:bg>
    <p:spTree>
      <p:nvGrpSpPr>
        <p:cNvPr id="1" name=""/>
        <p:cNvGrpSpPr/>
        <p:nvPr/>
      </p:nvGrpSpPr>
      <p:grpSpPr>
        <a:xfrm>
          <a:off x="0" y="0"/>
          <a:ext cx="0" cy="0"/>
          <a:chOff x="0" y="0"/>
          <a:chExt cx="0" cy="0"/>
        </a:xfrm>
      </p:grpSpPr>
      <p:sp>
        <p:nvSpPr>
          <p:cNvPr id="2" name="Text 0"/>
          <p:cNvSpPr txBox="1"/>
          <p:nvPr/>
        </p:nvSpPr>
        <p:spPr>
          <a:xfrm>
            <a:off x="640080" y="457200"/>
            <a:ext cx="10881360" cy="640080"/>
          </a:xfrm>
          <a:prstGeom prst="rect">
            <a:avLst/>
          </a:prstGeom>
          <a:noFill/>
          <a:ln/>
        </p:spPr>
        <p:txBody>
          <a:bodyPr wrap="square" lIns="0" tIns="0" rIns="0" bIns="0" rtlCol="0" anchor="ctr"/>
          <a:lstStyle/>
          <a:p>
            <a:pPr indent="0" marL="0">
              <a:buNone/>
            </a:pPr>
            <a:r>
              <a:rPr lang="en-US" sz="3000" b="1" dirty="0">
                <a:solidFill>
                  <a:srgbClr val="00251F"/>
                </a:solidFill>
                <a:latin typeface="Cambria" pitchFamily="34" charset="0"/>
                <a:ea typeface="Cambria" pitchFamily="34" charset="-122"/>
                <a:cs typeface="Cambria" pitchFamily="34" charset="-120"/>
              </a:rPr>
              <a:t>Componentes: orden y progreso</a:t>
            </a:r>
            <a:endParaRPr lang="en-US" sz="3000" dirty="0"/>
          </a:p>
        </p:txBody>
      </p:sp>
      <p:sp>
        <p:nvSpPr>
          <p:cNvPr id="3" name="Shape 1"/>
          <p:cNvSpPr/>
          <p:nvPr/>
        </p:nvSpPr>
        <p:spPr>
          <a:xfrm>
            <a:off x="731520" y="1463040"/>
            <a:ext cx="5212080" cy="4480560"/>
          </a:xfrm>
          <a:prstGeom prst="roundRect">
            <a:avLst>
              <a:gd name="adj" fmla="val 2041"/>
            </a:avLst>
          </a:prstGeom>
          <a:solidFill>
            <a:srgbClr val="FFFFFF"/>
          </a:solidFill>
          <a:ln w="12700">
            <a:solidFill>
              <a:srgbClr val="D8E3E1"/>
            </a:solidFill>
            <a:prstDash val="solid"/>
          </a:ln>
        </p:spPr>
      </p:sp>
      <p:sp>
        <p:nvSpPr>
          <p:cNvPr id="4" name="Text 2"/>
          <p:cNvSpPr txBox="1"/>
          <p:nvPr/>
        </p:nvSpPr>
        <p:spPr>
          <a:xfrm>
            <a:off x="1005840" y="1691640"/>
            <a:ext cx="4663440" cy="365760"/>
          </a:xfrm>
          <a:prstGeom prst="rect">
            <a:avLst/>
          </a:prstGeom>
          <a:noFill/>
          <a:ln/>
        </p:spPr>
        <p:txBody>
          <a:bodyPr wrap="square" lIns="0" tIns="0" rIns="0" bIns="0" rtlCol="0" anchor="ctr"/>
          <a:lstStyle/>
          <a:p>
            <a:pPr indent="0" marL="0">
              <a:buNone/>
            </a:pPr>
            <a:r>
              <a:rPr lang="en-US" sz="1600" b="1" dirty="0">
                <a:solidFill>
                  <a:srgbClr val="00695C"/>
                </a:solidFill>
                <a:latin typeface="Cambria" pitchFamily="34" charset="0"/>
                <a:ea typeface="Cambria" pitchFamily="34" charset="-122"/>
                <a:cs typeface="Cambria" pitchFamily="34" charset="-120"/>
              </a:rPr>
              <a:t>Agrupación en tarjetas</a:t>
            </a:r>
            <a:endParaRPr lang="en-US" sz="1600" dirty="0"/>
          </a:p>
        </p:txBody>
      </p:sp>
      <p:sp>
        <p:nvSpPr>
          <p:cNvPr id="5" name="Shape 3"/>
          <p:cNvSpPr/>
          <p:nvPr/>
        </p:nvSpPr>
        <p:spPr>
          <a:xfrm>
            <a:off x="1005840" y="2194560"/>
            <a:ext cx="4663440" cy="1554480"/>
          </a:xfrm>
          <a:prstGeom prst="roundRect">
            <a:avLst>
              <a:gd name="adj" fmla="val 5882"/>
            </a:avLst>
          </a:prstGeom>
          <a:solidFill>
            <a:srgbClr val="F7FAF9"/>
          </a:solidFill>
          <a:ln w="12700">
            <a:solidFill>
              <a:srgbClr val="D8E3E1"/>
            </a:solidFill>
            <a:prstDash val="solid"/>
          </a:ln>
        </p:spPr>
      </p:sp>
      <p:sp>
        <p:nvSpPr>
          <p:cNvPr id="6" name="Text 4"/>
          <p:cNvSpPr txBox="1"/>
          <p:nvPr/>
        </p:nvSpPr>
        <p:spPr>
          <a:xfrm>
            <a:off x="1234440" y="2331720"/>
            <a:ext cx="4206240" cy="320040"/>
          </a:xfrm>
          <a:prstGeom prst="rect">
            <a:avLst/>
          </a:prstGeom>
          <a:noFill/>
          <a:ln/>
        </p:spPr>
        <p:txBody>
          <a:bodyPr wrap="square" lIns="0" tIns="0" rIns="0" bIns="0" rtlCol="0" anchor="ctr"/>
          <a:lstStyle/>
          <a:p>
            <a:pPr indent="0" marL="0">
              <a:buNone/>
            </a:pPr>
            <a:r>
              <a:rPr lang="en-US" sz="1300" b="1" dirty="0">
                <a:solidFill>
                  <a:srgbClr val="00695C"/>
                </a:solidFill>
                <a:latin typeface="Calibri" pitchFamily="34" charset="0"/>
                <a:ea typeface="Calibri" pitchFamily="34" charset="-122"/>
                <a:cs typeface="Calibri" pitchFamily="34" charset="-120"/>
              </a:rPr>
              <a:t>Datos básicos</a:t>
            </a:r>
            <a:endParaRPr lang="en-US" sz="1300" dirty="0"/>
          </a:p>
        </p:txBody>
      </p:sp>
      <p:sp>
        <p:nvSpPr>
          <p:cNvPr id="7" name="Shape 5"/>
          <p:cNvSpPr/>
          <p:nvPr/>
        </p:nvSpPr>
        <p:spPr>
          <a:xfrm>
            <a:off x="1234440" y="2697480"/>
            <a:ext cx="4206240" cy="320040"/>
          </a:xfrm>
          <a:prstGeom prst="roundRect">
            <a:avLst>
              <a:gd name="adj" fmla="val 17143"/>
            </a:avLst>
          </a:prstGeom>
          <a:solidFill>
            <a:srgbClr val="FFFFFF"/>
          </a:solidFill>
          <a:ln w="12700">
            <a:solidFill>
              <a:srgbClr val="D8E3E1"/>
            </a:solidFill>
            <a:prstDash val="solid"/>
          </a:ln>
        </p:spPr>
      </p:sp>
      <p:sp>
        <p:nvSpPr>
          <p:cNvPr id="8" name="Shape 6"/>
          <p:cNvSpPr/>
          <p:nvPr/>
        </p:nvSpPr>
        <p:spPr>
          <a:xfrm>
            <a:off x="1234440" y="3154680"/>
            <a:ext cx="4206240" cy="320040"/>
          </a:xfrm>
          <a:prstGeom prst="roundRect">
            <a:avLst>
              <a:gd name="adj" fmla="val 17143"/>
            </a:avLst>
          </a:prstGeom>
          <a:solidFill>
            <a:srgbClr val="FFFFFF"/>
          </a:solidFill>
          <a:ln w="12700">
            <a:solidFill>
              <a:srgbClr val="D8E3E1"/>
            </a:solidFill>
            <a:prstDash val="solid"/>
          </a:ln>
        </p:spPr>
      </p:sp>
      <p:sp>
        <p:nvSpPr>
          <p:cNvPr id="9" name="Shape 7"/>
          <p:cNvSpPr/>
          <p:nvPr/>
        </p:nvSpPr>
        <p:spPr>
          <a:xfrm>
            <a:off x="1005840" y="3977640"/>
            <a:ext cx="4663440" cy="1554480"/>
          </a:xfrm>
          <a:prstGeom prst="roundRect">
            <a:avLst>
              <a:gd name="adj" fmla="val 5882"/>
            </a:avLst>
          </a:prstGeom>
          <a:solidFill>
            <a:srgbClr val="F7FAF9"/>
          </a:solidFill>
          <a:ln w="12700">
            <a:solidFill>
              <a:srgbClr val="D8E3E1"/>
            </a:solidFill>
            <a:prstDash val="solid"/>
          </a:ln>
        </p:spPr>
      </p:sp>
      <p:sp>
        <p:nvSpPr>
          <p:cNvPr id="10" name="Text 8"/>
          <p:cNvSpPr txBox="1"/>
          <p:nvPr/>
        </p:nvSpPr>
        <p:spPr>
          <a:xfrm>
            <a:off x="1234440" y="4114800"/>
            <a:ext cx="4206240" cy="320040"/>
          </a:xfrm>
          <a:prstGeom prst="rect">
            <a:avLst/>
          </a:prstGeom>
          <a:noFill/>
          <a:ln/>
        </p:spPr>
        <p:txBody>
          <a:bodyPr wrap="square" lIns="0" tIns="0" rIns="0" bIns="0" rtlCol="0" anchor="ctr"/>
          <a:lstStyle/>
          <a:p>
            <a:pPr indent="0" marL="0">
              <a:buNone/>
            </a:pPr>
            <a:r>
              <a:rPr lang="en-US" sz="1300" b="1" dirty="0">
                <a:solidFill>
                  <a:srgbClr val="00695C"/>
                </a:solidFill>
                <a:latin typeface="Calibri" pitchFamily="34" charset="0"/>
                <a:ea typeface="Calibri" pitchFamily="34" charset="-122"/>
                <a:cs typeface="Calibri" pitchFamily="34" charset="-120"/>
              </a:rPr>
              <a:t>Datos adicionales</a:t>
            </a:r>
            <a:endParaRPr lang="en-US" sz="1300" dirty="0"/>
          </a:p>
        </p:txBody>
      </p:sp>
      <p:sp>
        <p:nvSpPr>
          <p:cNvPr id="11" name="Shape 9"/>
          <p:cNvSpPr/>
          <p:nvPr/>
        </p:nvSpPr>
        <p:spPr>
          <a:xfrm>
            <a:off x="1234440" y="4480560"/>
            <a:ext cx="4206240" cy="320040"/>
          </a:xfrm>
          <a:prstGeom prst="roundRect">
            <a:avLst>
              <a:gd name="adj" fmla="val 17143"/>
            </a:avLst>
          </a:prstGeom>
          <a:solidFill>
            <a:srgbClr val="FFFFFF"/>
          </a:solidFill>
          <a:ln w="12700">
            <a:solidFill>
              <a:srgbClr val="D8E3E1"/>
            </a:solidFill>
            <a:prstDash val="solid"/>
          </a:ln>
        </p:spPr>
      </p:sp>
      <p:sp>
        <p:nvSpPr>
          <p:cNvPr id="12" name="Shape 10"/>
          <p:cNvSpPr/>
          <p:nvPr/>
        </p:nvSpPr>
        <p:spPr>
          <a:xfrm>
            <a:off x="1234440" y="4937760"/>
            <a:ext cx="4206240" cy="320040"/>
          </a:xfrm>
          <a:prstGeom prst="roundRect">
            <a:avLst>
              <a:gd name="adj" fmla="val 17143"/>
            </a:avLst>
          </a:prstGeom>
          <a:solidFill>
            <a:srgbClr val="FFFFFF"/>
          </a:solidFill>
          <a:ln w="12700">
            <a:solidFill>
              <a:srgbClr val="D8E3E1"/>
            </a:solidFill>
            <a:prstDash val="solid"/>
          </a:ln>
        </p:spPr>
      </p:sp>
      <p:sp>
        <p:nvSpPr>
          <p:cNvPr id="13" name="Shape 11"/>
          <p:cNvSpPr/>
          <p:nvPr/>
        </p:nvSpPr>
        <p:spPr>
          <a:xfrm>
            <a:off x="6263640" y="1463040"/>
            <a:ext cx="5212080" cy="4480560"/>
          </a:xfrm>
          <a:prstGeom prst="roundRect">
            <a:avLst>
              <a:gd name="adj" fmla="val 2041"/>
            </a:avLst>
          </a:prstGeom>
          <a:solidFill>
            <a:srgbClr val="FFFFFF"/>
          </a:solidFill>
          <a:ln w="12700">
            <a:solidFill>
              <a:srgbClr val="D8E3E1"/>
            </a:solidFill>
            <a:prstDash val="solid"/>
          </a:ln>
        </p:spPr>
      </p:sp>
      <p:sp>
        <p:nvSpPr>
          <p:cNvPr id="14" name="Text 12"/>
          <p:cNvSpPr txBox="1"/>
          <p:nvPr/>
        </p:nvSpPr>
        <p:spPr>
          <a:xfrm>
            <a:off x="6537960" y="1691640"/>
            <a:ext cx="4663440" cy="365760"/>
          </a:xfrm>
          <a:prstGeom prst="rect">
            <a:avLst/>
          </a:prstGeom>
          <a:noFill/>
          <a:ln/>
        </p:spPr>
        <p:txBody>
          <a:bodyPr wrap="square" lIns="0" tIns="0" rIns="0" bIns="0" rtlCol="0" anchor="ctr"/>
          <a:lstStyle/>
          <a:p>
            <a:pPr indent="0" marL="0">
              <a:buNone/>
            </a:pPr>
            <a:r>
              <a:rPr lang="en-US" sz="1600" b="1" dirty="0">
                <a:solidFill>
                  <a:srgbClr val="00695C"/>
                </a:solidFill>
                <a:latin typeface="Cambria" pitchFamily="34" charset="0"/>
                <a:ea typeface="Cambria" pitchFamily="34" charset="-122"/>
                <a:cs typeface="Cambria" pitchFamily="34" charset="-120"/>
              </a:rPr>
              <a:t>Indicador de progreso</a:t>
            </a:r>
            <a:endParaRPr lang="en-US" sz="1600" dirty="0"/>
          </a:p>
        </p:txBody>
      </p:sp>
      <p:sp>
        <p:nvSpPr>
          <p:cNvPr id="15" name="Text 13"/>
          <p:cNvSpPr txBox="1"/>
          <p:nvPr/>
        </p:nvSpPr>
        <p:spPr>
          <a:xfrm>
            <a:off x="6537960" y="2377440"/>
            <a:ext cx="4663440" cy="320040"/>
          </a:xfrm>
          <a:prstGeom prst="rect">
            <a:avLst/>
          </a:prstGeom>
          <a:noFill/>
          <a:ln/>
        </p:spPr>
        <p:txBody>
          <a:bodyPr wrap="square" lIns="0" tIns="0" rIns="0" bIns="0" rtlCol="0" anchor="ctr"/>
          <a:lstStyle/>
          <a:p>
            <a:pPr indent="0" marL="0">
              <a:buNone/>
            </a:pPr>
            <a:r>
              <a:rPr lang="en-US" sz="1300" b="1" dirty="0">
                <a:solidFill>
                  <a:srgbClr val="4E5C59"/>
                </a:solidFill>
                <a:latin typeface="Calibri" pitchFamily="34" charset="0"/>
                <a:ea typeface="Calibri" pitchFamily="34" charset="-122"/>
                <a:cs typeface="Calibri" pitchFamily="34" charset="-120"/>
              </a:rPr>
              <a:t>Paso 1 de 2</a:t>
            </a:r>
            <a:endParaRPr lang="en-US" sz="1300" dirty="0"/>
          </a:p>
        </p:txBody>
      </p:sp>
      <p:sp>
        <p:nvSpPr>
          <p:cNvPr id="16" name="Shape 14"/>
          <p:cNvSpPr/>
          <p:nvPr/>
        </p:nvSpPr>
        <p:spPr>
          <a:xfrm>
            <a:off x="6537960" y="2743200"/>
            <a:ext cx="4663440" cy="146304"/>
          </a:xfrm>
          <a:prstGeom prst="rect">
            <a:avLst/>
          </a:prstGeom>
          <a:solidFill>
            <a:srgbClr val="D8E3E1"/>
          </a:solidFill>
          <a:ln/>
        </p:spPr>
      </p:sp>
      <p:sp>
        <p:nvSpPr>
          <p:cNvPr id="17" name="Shape 15"/>
          <p:cNvSpPr/>
          <p:nvPr/>
        </p:nvSpPr>
        <p:spPr>
          <a:xfrm>
            <a:off x="6537960" y="2743200"/>
            <a:ext cx="2331720" cy="146304"/>
          </a:xfrm>
          <a:prstGeom prst="rect">
            <a:avLst/>
          </a:prstGeom>
          <a:solidFill>
            <a:srgbClr val="00695C"/>
          </a:solidFill>
          <a:ln/>
        </p:spPr>
      </p:sp>
      <p:sp>
        <p:nvSpPr>
          <p:cNvPr id="18" name="Text 16"/>
          <p:cNvSpPr txBox="1"/>
          <p:nvPr/>
        </p:nvSpPr>
        <p:spPr>
          <a:xfrm>
            <a:off x="6537960" y="3291840"/>
            <a:ext cx="4663440" cy="731520"/>
          </a:xfrm>
          <a:prstGeom prst="rect">
            <a:avLst/>
          </a:prstGeom>
          <a:noFill/>
          <a:ln/>
        </p:spPr>
        <p:txBody>
          <a:bodyPr wrap="square" lIns="0" tIns="0" rIns="0" bIns="0" rtlCol="0" anchor="ctr"/>
          <a:lstStyle/>
          <a:p>
            <a:pPr indent="0" marL="0">
              <a:buNone/>
            </a:pPr>
            <a:r>
              <a:rPr lang="en-US" sz="1350" i="1" dirty="0">
                <a:solidFill>
                  <a:srgbClr val="1B2320"/>
                </a:solidFill>
                <a:latin typeface="Calibri" pitchFamily="34" charset="0"/>
                <a:ea typeface="Calibri" pitchFamily="34" charset="-122"/>
                <a:cs typeface="Calibri" pitchFamily="34" charset="-120"/>
              </a:rPr>
              <a:t>El usuario siempre sabe dónde está y cuánto falta.</a:t>
            </a:r>
            <a:endParaRPr lang="en-US" sz="1350" dirty="0"/>
          </a:p>
        </p:txBody>
      </p:sp>
      <p:sp>
        <p:nvSpPr>
          <p:cNvPr id="19" name="Shape 17"/>
          <p:cNvSpPr/>
          <p:nvPr/>
        </p:nvSpPr>
        <p:spPr>
          <a:xfrm>
            <a:off x="8138160" y="4297680"/>
            <a:ext cx="1463040" cy="1463040"/>
          </a:xfrm>
          <a:prstGeom prst="ellipse">
            <a:avLst/>
          </a:prstGeom>
          <a:solidFill>
            <a:srgbClr val="FFE083"/>
          </a:solidFill>
          <a:ln/>
        </p:spPr>
      </p:sp>
      <p:sp>
        <p:nvSpPr>
          <p:cNvPr id="20" name="Text 18"/>
          <p:cNvSpPr txBox="1"/>
          <p:nvPr/>
        </p:nvSpPr>
        <p:spPr>
          <a:xfrm>
            <a:off x="8138160" y="4297680"/>
            <a:ext cx="1463040" cy="1463040"/>
          </a:xfrm>
          <a:prstGeom prst="rect">
            <a:avLst/>
          </a:prstGeom>
          <a:noFill/>
          <a:ln/>
        </p:spPr>
        <p:txBody>
          <a:bodyPr wrap="square" lIns="0" tIns="0" rIns="0" bIns="0" rtlCol="0" anchor="ctr"/>
          <a:lstStyle/>
          <a:p>
            <a:pPr algn="ctr" indent="0" marL="0">
              <a:buNone/>
            </a:pPr>
            <a:r>
              <a:rPr lang="en-US" sz="2400" b="1" dirty="0">
                <a:solidFill>
                  <a:srgbClr val="5C4D00"/>
                </a:solidFill>
                <a:latin typeface="Cambria" pitchFamily="34" charset="0"/>
                <a:ea typeface="Cambria" pitchFamily="34" charset="-122"/>
                <a:cs typeface="Cambria" pitchFamily="34" charset="-120"/>
              </a:rPr>
              <a:t>1/2</a:t>
            </a:r>
            <a:endParaRPr lang="en-US" sz="2400" dirty="0"/>
          </a:p>
        </p:txBody>
      </p:sp>
      <p:sp>
        <p:nvSpPr>
          <p:cNvPr id="21" name="Text 19"/>
          <p:cNvSpPr txBox="1"/>
          <p:nvPr/>
        </p:nvSpPr>
        <p:spPr>
          <a:xfrm>
            <a:off x="457200" y="6510528"/>
            <a:ext cx="7315200" cy="274320"/>
          </a:xfrm>
          <a:prstGeom prst="rect">
            <a:avLst/>
          </a:prstGeom>
          <a:noFill/>
          <a:ln/>
        </p:spPr>
        <p:txBody>
          <a:bodyPr wrap="square" lIns="0" tIns="0" rIns="0" bIns="0" rtlCol="0" anchor="ctr"/>
          <a:lstStyle/>
          <a:p>
            <a:pPr indent="0" marL="0">
              <a:buNone/>
            </a:pPr>
            <a:r>
              <a:rPr lang="en-US" sz="1000" dirty="0">
                <a:solidFill>
                  <a:srgbClr val="4E5C59"/>
                </a:solidFill>
                <a:latin typeface="Calibri" pitchFamily="34" charset="0"/>
                <a:ea typeface="Calibri" pitchFamily="34" charset="-122"/>
                <a:cs typeface="Calibri" pitchFamily="34" charset="-120"/>
              </a:rPr>
              <a:t>Lab1-UI  ·  Computación Móvil  ·  Grupo Gr05</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0251F"/>
        </a:solidFill>
      </p:bgPr>
    </p:bg>
    <p:spTree>
      <p:nvGrpSpPr>
        <p:cNvPr id="1" name=""/>
        <p:cNvGrpSpPr/>
        <p:nvPr/>
      </p:nvGrpSpPr>
      <p:grpSpPr>
        <a:xfrm>
          <a:off x="0" y="0"/>
          <a:ext cx="0" cy="0"/>
          <a:chOff x="0" y="0"/>
          <a:chExt cx="0" cy="0"/>
        </a:xfrm>
      </p:grpSpPr>
      <p:sp>
        <p:nvSpPr>
          <p:cNvPr id="2" name="Shape 0"/>
          <p:cNvSpPr/>
          <p:nvPr/>
        </p:nvSpPr>
        <p:spPr>
          <a:xfrm>
            <a:off x="5349240" y="822960"/>
            <a:ext cx="1463040" cy="1463040"/>
          </a:xfrm>
          <a:prstGeom prst="ellipse">
            <a:avLst/>
          </a:prstGeom>
          <a:solidFill>
            <a:srgbClr val="B2DFDB"/>
          </a:solidFill>
          <a:ln/>
        </p:spPr>
      </p:sp>
      <p:sp>
        <p:nvSpPr>
          <p:cNvPr id="3" name="Text 1"/>
          <p:cNvSpPr txBox="1"/>
          <p:nvPr/>
        </p:nvSpPr>
        <p:spPr>
          <a:xfrm>
            <a:off x="5349240" y="822960"/>
            <a:ext cx="1463040" cy="1463040"/>
          </a:xfrm>
          <a:prstGeom prst="rect">
            <a:avLst/>
          </a:prstGeom>
          <a:noFill/>
          <a:ln/>
        </p:spPr>
        <p:txBody>
          <a:bodyPr wrap="square" lIns="0" tIns="0" rIns="0" bIns="0" rtlCol="0" anchor="ctr"/>
          <a:lstStyle/>
          <a:p>
            <a:pPr algn="ctr" indent="0" marL="0">
              <a:buNone/>
            </a:pPr>
            <a:r>
              <a:rPr lang="en-US" sz="3400" b="1" dirty="0">
                <a:solidFill>
                  <a:srgbClr val="00251F"/>
                </a:solidFill>
                <a:latin typeface="Cambria" pitchFamily="34" charset="0"/>
                <a:ea typeface="Cambria" pitchFamily="34" charset="-122"/>
                <a:cs typeface="Cambria" pitchFamily="34" charset="-120"/>
              </a:rPr>
              <a:t>✓</a:t>
            </a:r>
            <a:endParaRPr lang="en-US" sz="3400" dirty="0"/>
          </a:p>
        </p:txBody>
      </p:sp>
      <p:sp>
        <p:nvSpPr>
          <p:cNvPr id="4" name="Text 2"/>
          <p:cNvSpPr txBox="1"/>
          <p:nvPr/>
        </p:nvSpPr>
        <p:spPr>
          <a:xfrm>
            <a:off x="914400" y="2606040"/>
            <a:ext cx="10332720" cy="822960"/>
          </a:xfrm>
          <a:prstGeom prst="rect">
            <a:avLst/>
          </a:prstGeom>
          <a:noFill/>
          <a:ln/>
        </p:spPr>
        <p:txBody>
          <a:bodyPr wrap="square" lIns="0" tIns="0" rIns="0" bIns="0" rtlCol="0" anchor="ctr"/>
          <a:lstStyle/>
          <a:p>
            <a:pPr algn="ctr" indent="0" marL="0">
              <a:buNone/>
            </a:pPr>
            <a:r>
              <a:rPr lang="en-US" sz="3400" b="1" dirty="0">
                <a:solidFill>
                  <a:srgbClr val="FFFFFF"/>
                </a:solidFill>
                <a:latin typeface="Cambria" pitchFamily="34" charset="0"/>
                <a:ea typeface="Cambria" pitchFamily="34" charset="-122"/>
                <a:cs typeface="Cambria" pitchFamily="34" charset="-120"/>
              </a:rPr>
              <a:t>Un flujo, una identidad</a:t>
            </a:r>
            <a:endParaRPr lang="en-US" sz="3400" dirty="0"/>
          </a:p>
        </p:txBody>
      </p:sp>
      <p:sp>
        <p:nvSpPr>
          <p:cNvPr id="5" name="Text 3"/>
          <p:cNvSpPr txBox="1"/>
          <p:nvPr/>
        </p:nvSpPr>
        <p:spPr>
          <a:xfrm>
            <a:off x="1371600" y="3520440"/>
            <a:ext cx="9418320" cy="548640"/>
          </a:xfrm>
          <a:prstGeom prst="rect">
            <a:avLst/>
          </a:prstGeom>
          <a:noFill/>
          <a:ln/>
        </p:spPr>
        <p:txBody>
          <a:bodyPr wrap="square" lIns="0" tIns="0" rIns="0" bIns="0" rtlCol="0" anchor="ctr"/>
          <a:lstStyle/>
          <a:p>
            <a:pPr algn="ctr" indent="0" marL="0">
              <a:buNone/>
            </a:pPr>
            <a:r>
              <a:rPr lang="en-US" sz="1600" dirty="0">
                <a:solidFill>
                  <a:srgbClr val="C7DEDA"/>
                </a:solidFill>
                <a:latin typeface="Calibri" pitchFamily="34" charset="0"/>
                <a:ea typeface="Calibri" pitchFamily="34" charset="-122"/>
                <a:cs typeface="Calibri" pitchFamily="34" charset="-120"/>
              </a:rPr>
              <a:t>Misma funcionalidad de siempre — ahora con un sistema de diseño coherente de principio a fin.</a:t>
            </a:r>
            <a:endParaRPr lang="en-US" sz="1600" dirty="0"/>
          </a:p>
        </p:txBody>
      </p:sp>
      <p:sp>
        <p:nvSpPr>
          <p:cNvPr id="6" name="Text 4"/>
          <p:cNvSpPr txBox="1"/>
          <p:nvPr/>
        </p:nvSpPr>
        <p:spPr>
          <a:xfrm>
            <a:off x="914400" y="4754880"/>
            <a:ext cx="10332720" cy="548640"/>
          </a:xfrm>
          <a:prstGeom prst="rect">
            <a:avLst/>
          </a:prstGeom>
          <a:noFill/>
          <a:ln/>
        </p:spPr>
        <p:txBody>
          <a:bodyPr wrap="square" lIns="0" tIns="0" rIns="0" bIns="0" rtlCol="0" anchor="ctr"/>
          <a:lstStyle/>
          <a:p>
            <a:pPr algn="ctr" indent="0" marL="0">
              <a:buNone/>
            </a:pPr>
            <a:r>
              <a:rPr lang="en-US" sz="2200" b="1" dirty="0">
                <a:solidFill>
                  <a:srgbClr val="FFE083"/>
                </a:solidFill>
                <a:latin typeface="Cambria" pitchFamily="34" charset="0"/>
                <a:ea typeface="Cambria" pitchFamily="34" charset="-122"/>
                <a:cs typeface="Cambria" pitchFamily="34" charset="-120"/>
              </a:rPr>
              <a:t>¡Gracias!</a:t>
            </a:r>
            <a:endParaRPr lang="en-US" sz="2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2026-09-11T00:30:24Z</dcterms:created>
  <dcterms:modified xsi:type="dcterms:W3CDTF">2026-09-11T00:30:24Z</dcterms:modified>
</cp:coreProperties>
</file>